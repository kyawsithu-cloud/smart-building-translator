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ビル管理システムは2,000点以上のポイントからデータを収集し、5秒以内にオペレーターへ警報を送信します。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省エネルギー制御は、在室率が30%未満かつ外気温度が32 °Cを超える場合にのみ有効になります。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スマートビルディングプラットフォーム概要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ビル管理システム（BMS）統合提案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ビル管理システム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ビル管理システム</a:t>
            </a:r>
            <a:r>
              <a:rPr/>
              <a:t>は空調設備を監視・制御します。</a:t>
            </a:r>
          </a:p>
          <a:p>
            <a:pPr lvl="1"/>
            <a:r>
              <a:rPr/>
              <a:t>空調機（AHU）およびファンコイルユニット（FCU）の制御</a:t>
            </a:r>
          </a:p>
          <a:p>
            <a:pPr lvl="1"/>
            <a:r>
              <a:rPr/>
              <a:t>可変風量（VAV）ターミナル制御</a:t>
            </a:r>
          </a:p>
          <a:p>
            <a:pPr/>
            <a:r>
              <a:rPr b="1">
                <a:solidFill>
                  <a:srgbClr val="C01F1F"/>
                </a:solidFill>
              </a:rPr>
              <a:t>警報</a:t>
            </a:r>
            <a:r>
              <a:rPr/>
              <a:t>および</a:t>
            </a:r>
            <a:r>
              <a:rPr i="1"/>
              <a:t>機器状態</a:t>
            </a:r>
            <a:r>
              <a:rPr/>
              <a:t>の24時間監視</a:t>
            </a:r>
          </a:p>
          <a:p>
            <a:pPr/>
            <a:r>
              <a:rPr/>
              <a:t>エネルギー消費量分析のためのエネルギー管理システム（EMS）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センサーおよびフィールド機器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在室センサー</a:t>
            </a:r>
          </a:p>
          <a:p>
            <a:pPr/>
            <a:r>
              <a:rPr/>
              <a:t>CO2センサー（0～2,000 ppm）</a:t>
            </a:r>
          </a:p>
          <a:p>
            <a:pPr/>
            <a:r>
              <a:rPr/>
              <a:t>温度センサー：精度±0.2 °C</a:t>
            </a:r>
          </a:p>
          <a:p>
            <a:pPr/>
            <a:r>
              <a:rPr/>
              <a:t>湿度：30～70 %RH</a:t>
            </a:r>
          </a:p>
          <a:p>
            <a:pPr/>
            <a:r>
              <a:rPr/>
              <a:t>型式 </a:t>
            </a:r>
            <a:r>
              <a:rPr b="1"/>
              <a:t>FX-PCG2611-0</a:t>
            </a:r>
            <a:r>
              <a:rPr/>
              <a:t> コントローラー、ファームウェア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システム構成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エッジデバイス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ゲートウェイ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クラウドプラットフォーム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ダッシュボード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フィールドコントローラーはBACnet/IPおよびModbus TCPで通信し、ゲートウェイはMQTT over TLS（ポート8883）でクラウドプラットフォームへテレメトリを送信します。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プロトコル比較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t>プロトコル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トランスポート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主な用途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デフォルトポート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空調コントローラー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電力量計、冷凍機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クラウドへのIoTテレメトリ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ツイストペア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照明およびブラインド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省エネルギーとデマンドレスポンス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2025年夏にピーク需要を18%削減</a:t>
            </a:r>
          </a:p>
          <a:p>
            <a:pPr/>
            <a:r>
              <a:rPr/>
              <a:t>エネルギー消費量：1,250 MWh/年 → 1,020 MWh/年</a:t>
            </a:r>
          </a:p>
          <a:p>
            <a:pPr/>
            <a:r>
              <a:rPr b="1"/>
              <a:t>デマンドレスポンス</a:t>
            </a:r>
            <a:r>
              <a:rPr/>
              <a:t>信号は</a:t>
            </a:r>
            <a:r>
              <a:rPr b="1">
                <a:solidFill>
                  <a:srgbClr val="1F4E9A"/>
                </a:solidFill>
              </a:rPr>
              <a:t>OpenADR 2.0b</a:t>
            </a:r>
            <a:r>
              <a:rPr/>
              <a:t>経由で電力会社から受信</a:t>
            </a:r>
          </a:p>
          <a:p>
            <a:pPr/>
            <a:r>
              <a:rPr/>
              <a:t>設定値調整：ピーク時間帯は冷房設定値を24 °Cから26 °Cに変更</a:t>
            </a:r>
          </a:p>
          <a:p>
            <a:pPr/>
            <a:r>
              <a:rPr/>
              <a:t>消費電力は15分ごとに計測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ネットワークとアクセス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BMSサーバー：192.168.1.100（VLAN 20）</a:t>
            </a:r>
          </a:p>
          <a:p>
            <a:pPr/>
            <a:r>
              <a:rPr/>
              <a:t>Webダッシュボード：https://bms.example.com/dashboard</a:t>
            </a:r>
          </a:p>
          <a:p>
            <a:pPr/>
            <a:r>
              <a:rPr/>
              <a:t>サポート：support@example.com</a:t>
            </a:r>
          </a:p>
          <a:p>
            <a:pPr/>
            <a:r>
              <a:rPr/>
              <a:t>設定ファイル：C:\Program Files\BMS\config\points.json</a:t>
            </a:r>
          </a:p>
          <a:p>
            <a:pPr/>
            <a:r>
              <a:rPr/>
              <a:t>HTTPS経由のREST API。ペイロードはJSON、旧形式のエクスポートはXMLおよびSQL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運用・保守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冷凍機の警報が発生すると、システムは保守チームに自動的にメールで通知して作業指示を作成し、30分以内に警報が確認されない場合は施設管理者にエスカレーションします。</a:t>
            </a:r>
          </a:p>
          <a:p>
            <a:pPr/>
            <a:r>
              <a:rPr/>
              <a:t>空調機フィルターの定期保守は3か月ごとに実施します。</a:t>
            </a:r>
          </a:p>
          <a:p>
            <a:pPr/>
            <a:r>
              <a:rPr/>
              <a:t>移行期間中もPLCおよびSCADAシステムは稼働を継続します。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