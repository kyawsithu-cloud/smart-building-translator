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冬季はフリークーリングにより冷凍機の運転時間と冷却水ポンプのエネルギーを削減します。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故障検知・診断の結果はトレンドログに13か月間保存されます。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中央熱源プラントの最適化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冷水プラントおよび空調側の改善 — 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冷水プラントの概要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冷水プラントは12台の空調機に冷水を供給します。</a:t>
            </a:r>
          </a:p>
          <a:p>
            <a:pPr/>
            <a:r>
              <a:rPr/>
              <a:t>冷却水は3基の冷却塔で冷却されます。</a:t>
            </a:r>
          </a:p>
          <a:p>
            <a:pPr/>
            <a:r>
              <a:rPr/>
              <a:t>外気温度が10 °C未満の場合はフリークーリングを使用します。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フリークーリング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フリークーリングモードは自動で切り替わる</a:t>
            </a:r>
          </a:p>
          <a:p>
            <a:pPr/>
            <a:r>
              <a:rPr/>
              <a:t>フリークーリングによる削減量：210 MWh/年</a:t>
            </a:r>
          </a:p>
          <a:p>
            <a:pPr/>
            <a:r>
              <a:rPr/>
              <a:t>冷却水からの熱回収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給気温度リセット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給気温度は13 °Cから18 °Cの範囲でリセット</a:t>
            </a:r>
          </a:p>
          <a:p>
            <a:pPr/>
            <a:r>
              <a:rPr/>
              <a:t>リセットはゾーン負荷に基づく</a:t>
            </a:r>
          </a:p>
          <a:p>
            <a:pPr/>
            <a:r>
              <a:rPr/>
              <a:t>給気温度設定値はダッシュボードに表示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故障検知・診断（FDD）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故障検知・診断は15分ごとに実行されます。</a:t>
            </a:r>
          </a:p>
          <a:p>
            <a:pPr/>
            <a:r>
              <a:rPr/>
              <a:t>FDDルールで冷水プラントと空調機をチェック</a:t>
            </a:r>
          </a:p>
          <a:p>
            <a:pPr/>
            <a:r>
              <a:rPr/>
              <a:t>代表的な故障：ダンパー固着、センサードリフト、冷暖房の同時運転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デマンド制御換気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デマンド制御換気は会議室のCO2センサーを使用します。</a:t>
            </a:r>
          </a:p>
          <a:p>
            <a:pPr/>
            <a:r>
              <a:rPr/>
              <a:t>デマンド制御換気によりファンのエネルギーを25%削減</a:t>
            </a:r>
          </a:p>
          <a:p>
            <a:pPr/>
            <a:r>
              <a:rPr/>
              <a:t>換気量が多い場合は熱回収ホイールが運転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負荷遮断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負荷遮断はデマンドレスポンスイベントにより起動されます。</a:t>
            </a:r>
          </a:p>
          <a:p>
            <a:pPr/>
            <a:r>
              <a:rPr/>
              <a:t>負荷遮断の順序：照明、次に冷凍機のデマンド制限</a:t>
            </a:r>
          </a:p>
          <a:p>
            <a:pPr/>
            <a:r>
              <a:rPr/>
              <a:t>トレンドログのデータで負荷遮断の結果を検証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データ連携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ポイントリストには2,400個のBACnetオブジェクトが含まれます。</a:t>
            </a:r>
          </a:p>
          <a:p>
            <a:pPr/>
            <a:r>
              <a:rPr/>
              <a:t>トレンドログの収集間隔：5分</a:t>
            </a:r>
          </a:p>
          <a:p>
            <a:pPr/>
            <a:r>
              <a:rPr/>
              <a:t>ポイントリストは毎週クラウドプラットフォームへエクスポートされます。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