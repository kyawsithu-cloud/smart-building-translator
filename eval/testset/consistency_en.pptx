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During winter, free cooling reduces chiller operating hours and condenser water pump energy.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Fault detection and diagnostics results are stored in the trend log for 13 months.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Central Plant Optimisation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Chilled water plant and air-side improvements —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Chilled Water Plant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The chilled water plant serves 12 air handling units.</a:t>
            </a:r>
          </a:p>
          <a:p>
            <a:pPr/>
            <a:r>
              <a:rPr/>
              <a:t>Condenser water is cooled by three cooling towers.</a:t>
            </a:r>
          </a:p>
          <a:p>
            <a:pPr/>
            <a:r>
              <a:rPr/>
              <a:t>Free cooling is used when the outdoor air temperature is below 10 °C.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Free Cooling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Free cooling mode switches automatically</a:t>
            </a:r>
          </a:p>
          <a:p>
            <a:pPr/>
            <a:r>
              <a:rPr/>
              <a:t>Free cooling savings: 210 MWh/year</a:t>
            </a:r>
          </a:p>
          <a:p>
            <a:pPr/>
            <a:r>
              <a:rPr/>
              <a:t>Heat recovery from condenser water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Supply Air Temperature Reset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Supply air temperature is reset between 13 °C and 18 °C</a:t>
            </a:r>
          </a:p>
          <a:p>
            <a:pPr/>
            <a:r>
              <a:rPr/>
              <a:t>The reset is based on zone demand</a:t>
            </a:r>
          </a:p>
          <a:p>
            <a:pPr/>
            <a:r>
              <a:rPr/>
              <a:t>Supply air temperature setpoint is shown on the 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Fault Detection and Diagnostics (FDD)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Fault detection and diagnostics runs every 15 minutes.</a:t>
            </a:r>
          </a:p>
          <a:p>
            <a:pPr/>
            <a:r>
              <a:rPr/>
              <a:t>FDD rules check the chilled water plant and air handling units.</a:t>
            </a:r>
          </a:p>
          <a:p>
            <a:pPr/>
            <a:r>
              <a:rPr/>
              <a:t>Typical faults: stuck damper, sensor drift, simultaneous heating and cooling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Demand-Controlled Ventilation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Demand-controlled ventilation uses CO2 sensors in meeting rooms.</a:t>
            </a:r>
          </a:p>
          <a:p>
            <a:pPr/>
            <a:r>
              <a:rPr/>
              <a:t>Demand-controlled ventilation reduces fan energy by 25%.</a:t>
            </a:r>
          </a:p>
          <a:p>
            <a:pPr/>
            <a:r>
              <a:rPr/>
              <a:t>Heat recovery wheels operate when ventilation rates are high.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Load Shedding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Load shedding is triggered by demand response events.</a:t>
            </a:r>
          </a:p>
          <a:p>
            <a:pPr/>
            <a:r>
              <a:rPr/>
              <a:t>Load shedding sequence: lighting, then chiller demand limit</a:t>
            </a:r>
          </a:p>
          <a:p>
            <a:pPr/>
            <a:r>
              <a:rPr/>
              <a:t>Trend log data verifies the load shedding result.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and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/>
              <a:t>The point list contains 2,400 BACnet objects.</a:t>
            </a:r>
          </a:p>
          <a:p>
            <a:pPr/>
            <a:r>
              <a:rPr/>
              <a:t>Trend log interval: 5 minutes</a:t>
            </a:r>
          </a:p>
          <a:p>
            <a:pPr/>
            <a:r>
              <a:rPr/>
              <a:t>The point list is exported to the cloud platform weekly.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