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Energy Consumption by System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Energy consumption (MWh)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Chiller</c:v>
                </c:pt>
                <c:pt idx="1">
                  <c:v>Air handling units</c:v>
                </c:pt>
                <c:pt idx="2">
                  <c:v>Lighting</c:v>
                </c:pt>
                <c:pt idx="3">
                  <c:v>Other loads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</c:v>
                </c:pt>
                <c:pt idx="1">
                  <c:v>260</c:v>
                </c:pt>
                <c:pt idx="2">
                  <c:v>140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(MWh)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Chiller</c:v>
                </c:pt>
                <c:pt idx="1">
                  <c:v>Air handling units</c:v>
                </c:pt>
                <c:pt idx="2">
                  <c:v>Lighting</c:v>
                </c:pt>
                <c:pt idx="3">
                  <c:v>Other loads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380</c:v>
                </c:pt>
                <c:pt idx="1">
                  <c:v>240</c:v>
                </c:pt>
                <c:pt idx="2">
                  <c:v>120</c:v>
                </c:pt>
                <c:pt idx="3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/>
                  <a:t>System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200"/>
                  <a:t>MWh per year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Consumption by System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78638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Commissioning Photos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4023360" cy="18775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828800"/>
            <a:ext cx="4023360" cy="18775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