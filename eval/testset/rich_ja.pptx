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システム別エネルギー消費量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エネルギー消費量（MWh）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冷凍機</c:v>
                </c:pt>
                <c:pt idx="1">
                  <c:v>空調機</c:v>
                </c:pt>
                <c:pt idx="2">
                  <c:v>照明</c:v>
                </c:pt>
                <c:pt idx="3">
                  <c:v>その他の負荷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260</c:v>
                </c:pt>
                <c:pt idx="2">
                  <c:v>140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目標値（MWh）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冷凍機</c:v>
                </c:pt>
                <c:pt idx="1">
                  <c:v>空調機</c:v>
                </c:pt>
                <c:pt idx="2">
                  <c:v>照明</c:v>
                </c:pt>
                <c:pt idx="3">
                  <c:v>その他の負荷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380</c:v>
                </c:pt>
                <c:pt idx="1">
                  <c:v>240</c:v>
                </c:pt>
                <c:pt idx="2">
                  <c:v>120</c:v>
                </c:pt>
                <c:pt idx="3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システム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200"/>
                  <a:t>年間MWh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システム別エネルギー消費量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試運転写真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4023360" cy="18775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800"/>
            <a:ext cx="4023360" cy="1877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