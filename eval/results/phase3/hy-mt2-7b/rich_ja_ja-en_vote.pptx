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lang="en-US"/>
              <a:t>Energy consumption by system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Energy consumption (MWh)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Chiller</c:v>
                </c:pt>
                <c:pt idx="1">
                  <c:v>Air handling unit</c:v>
                </c:pt>
                <c:pt idx="2">
                  <c:v>Lighting</c:v>
                </c:pt>
                <c:pt idx="3">
                  <c:v>Other loads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260</c:v>
                </c:pt>
                <c:pt idx="2">
                  <c:v>140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value (MWh)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Chiller</c:v>
                </c:pt>
                <c:pt idx="1">
                  <c:v>Air handling unit</c:v>
                </c:pt>
                <c:pt idx="2">
                  <c:v>Lighting</c:v>
                </c:pt>
                <c:pt idx="3">
                  <c:v>Other loads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380</c:v>
                </c:pt>
                <c:pt idx="1">
                  <c:v>240</c:v>
                </c:pt>
                <c:pt idx="2">
                  <c:v>120</c:v>
                </c:pt>
                <c:pt idx="3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lang="en-US"/>
                  <a:t>System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200" lang="en-US"/>
                  <a:t>Annual MWh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Energy consumption by system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8638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Test run photos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4023360" cy="18775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28800"/>
            <a:ext cx="4023360" cy="18775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