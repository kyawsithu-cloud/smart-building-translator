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monitoring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energy conservation control is activated only when the occupancy rate is below 30% and the outdoor air temperature exceeds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Overview of Smart Building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740"/>
              <a:t>Integration Proposal for Building Management System (BMS)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</a:t>
            </a:r>
            <a:r>
              <a:rPr b="1" lang="en-US"/>
              <a:t>Building Management System</a:t>
            </a:r>
            <a:r>
              <a:rPr lang="en-US"/>
              <a:t> monitors and controls HVAC systems.</a:t>
            </a:r>
          </a:p>
          <a:p>
            <a:pPr lvl="1"/>
            <a:r>
              <a:rPr lang="en-US"/>
              <a:t>Control of air handling units (AHU) and fan coil units (FCU)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lang="en-US"/>
              <a:t>24/7 monitoring of </a:t>
            </a:r>
            <a:r>
              <a:rPr b="1" lang="en-US">
                <a:solidFill>
                  <a:srgbClr val="C01F1F"/>
                </a:solidFill>
              </a:rPr>
              <a:t>alarm</a:t>
            </a:r>
            <a:r>
              <a:rPr lang="en-US"/>
              <a:t> and </a:t>
            </a:r>
            <a:r>
              <a:rPr i="1" lang="en-US"/>
              <a:t>equipment status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Occupancy sensor</a:t>
            </a:r>
          </a:p>
          <a:p>
            <a:pPr/>
            <a:r>
              <a:rPr lang="en-US"/>
              <a:t>CO2 sensor (0–2,000 ppm)</a:t>
            </a:r>
          </a:p>
          <a:p>
            <a:pPr/>
            <a:r>
              <a:rPr lang="en-US"/>
              <a:t>Temperature sensor: Accuracy ±0.2 °C</a:t>
            </a:r>
          </a:p>
          <a:p>
            <a:pPr/>
            <a:r>
              <a:rPr lang="en-US"/>
              <a:t>Humidity: 30–70 %RH</a:t>
            </a:r>
          </a:p>
          <a:p>
            <a:pPr/>
            <a:r>
              <a:rPr lang="en-US"/>
              <a:t>Model </a:t>
            </a:r>
            <a:r>
              <a:rPr b="1" lang="en-US"/>
              <a:t>FX-PCG2611-0</a:t>
            </a:r>
            <a:r>
              <a:rPr lang="en-US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System Configuration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using BACnet/IP and Modbus TCP, while the gateway sends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 conditioning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the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conservation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880"/>
              <a:t>Reduce peak demand by 18% by the summer of 2025</a:t>
            </a:r>
          </a:p>
          <a:p>
            <a:pPr/>
            <a:r>
              <a:rPr lang="en-US" sz="2880"/>
              <a:t>Energy consumption: 1,250 MWh/year → 1,020 MWh/year</a:t>
            </a:r>
          </a:p>
          <a:p>
            <a:pPr/>
            <a:r>
              <a:rPr b="1" lang="en-US" sz="2880"/>
              <a:t>Demand response</a:t>
            </a:r>
            <a:r>
              <a:rPr lang="en-US" sz="2880"/>
              <a:t> signals are received from power companies via </a:t>
            </a:r>
            <a:r>
              <a:rPr b="1" lang="en-US" sz="2880">
                <a:solidFill>
                  <a:srgbClr val="1F4E9A"/>
                </a:solidFill>
              </a:rPr>
              <a:t>OpenADR 2.0b</a:t>
            </a:r>
            <a:r>
              <a:rPr lang="en-US" sz="2880"/>
              <a:t>.</a:t>
            </a:r>
          </a:p>
          <a:p>
            <a:pPr/>
            <a:r>
              <a:rPr lang="en-US" sz="2880"/>
              <a:t>Setpoint adjustment: Changing the air conditioning setpoint from 24 °C to 26 °C during peak hours</a:t>
            </a:r>
          </a:p>
          <a:p>
            <a:pPr/>
            <a:r>
              <a:rPr lang="en-US" sz="2880"/>
              <a:t>Power consumption is measured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BMS server: 192.168.1.100 (VLAN 20)</a:t>
            </a:r>
          </a:p>
          <a:p>
            <a:pPr/>
            <a:r>
              <a:rPr lang="en-US"/>
              <a:t>Web dashboard: https://bms.example.com/dashboard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REST API over HTTPS. The payload is JSON, while legacy exports use XML and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3040"/>
              <a:t>When an alarm is triggered on a chiller, the system automatically sends an email notification to the maintenance team to create a work order. If the alarm is not resolved within 30 minutes, it is escalated to the facility manager.</a:t>
            </a:r>
          </a:p>
          <a:p>
            <a:pPr/>
            <a:r>
              <a:rPr lang="en-US" sz="3040"/>
              <a:t>Regular maintenance for air handling unit filters is carried out every 3 months.</a:t>
            </a:r>
          </a:p>
          <a:p>
            <a:pPr/>
            <a:r>
              <a:rPr lang="en-US" sz="3040"/>
              <a:t>The PLC and SCADA systems will continue to operate throughout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