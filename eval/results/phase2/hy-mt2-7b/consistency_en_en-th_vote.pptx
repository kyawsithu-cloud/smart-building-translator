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th-TH"/>
              <a:t>ในช่วงฤดูหนาว การทำความเย็นแบบธรรมชาติจะช่วยลดชั่วโมงการทำงานของเครื่องทำความเย็นและปริมาณพลังงานที่ใช้กับปั๊มน้ำคอนเดนเซอร์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th-TH"/>
              <a:t>ผลลัพธ์จากการตรวจจับความผิดพลาดและการวินิจฉัย (FDD) จะถูกเก็บไว้ในบันทึกแนวโน้มเป็นเวลา 13 เดือน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th-TH"/>
              <a:t>การปรับปรุงประสิทธิภาพโรงไฟฟ้ากลาง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th-TH"/>
              <a:t>การปรับปรุงโรงน้ำเย็นและระบบด้านอากาศ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ภาพรวมของโรงผลิตน้ำเย็น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th-TH"/>
              <a:t>โรงผลิตน้ำเย็นนี้ทำหน้าที่จ่ายน้ำเย็นให้กับหน่วยจัดการอากาศจำนวน 12 หน่วย</a:t>
            </a:r>
          </a:p>
          <a:p>
            <a:pPr/>
            <a:r>
              <a:rPr lang="th-TH"/>
              <a:t>น้ำคอนเดนเซอร์จะได้รับการทำความเย็นโดยหอระบายความร้อนจำนวนสามหอ</a:t>
            </a:r>
          </a:p>
          <a:p>
            <a:pPr/>
            <a:r>
              <a:rPr lang="th-TH"/>
              <a:t>จะมีการใช้ระบบทำความเย็นแบบธรรมชาติเมื่ออุณหภูมิอากาศภายนอกต่ำกว่า 10 °C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ระบบระบายความร้อนแบบฟรี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th-TH"/>
              <a:t>โหมดระบายความร้อนแบบฟรีจะสลับการทำงานโดยอัตโนมัติ</a:t>
            </a:r>
          </a:p>
          <a:p>
            <a:pPr/>
            <a:r>
              <a:rPr lang="th-TH"/>
              <a:t>การประหยัดจากระบบระบายความร้อนแบบฟรี: 210 เมกะวัตต์-ชั่วโมง/ปี</a:t>
            </a:r>
          </a:p>
          <a:p>
            <a:pPr/>
            <a:r>
              <a:rPr lang="th-TH"/>
              <a:t>การนำความร้อนกลับมาใช้จากน้ำคอนเดนเซอร์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การตั้งค่าอุณหภูมิอากาศที่ส่งเข้าใหม่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th-TH"/>
              <a:t>อุณหภูมิอากาศที่ส่งเข้าจะถูกตั้งค่าใหม่ในช่วง 13 °C ถึง 18 °C</a:t>
            </a:r>
          </a:p>
          <a:p>
            <a:pPr/>
            <a:r>
              <a:rPr lang="th-TH"/>
              <a:t>การตั้งค่าใหม่นี้อิงจากความต้องการของแต่ละโซน</a:t>
            </a:r>
          </a:p>
          <a:p>
            <a:pPr/>
            <a:r>
              <a:rPr lang="th-TH"/>
              <a:t>ค่ากำหนดอุณหภูมิอากาศที่ส่งเข้าจะแสดงอยู่บนแผงควบคุม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การตรวจจับความผิดพลาดและการวินิจฉัย (FDD)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th-TH"/>
              <a:t>การตรวจจับความผิดพลาดและการวินิจฉัย (FDD) จะทำงานทุกๆ 15 นาที</a:t>
            </a:r>
          </a:p>
          <a:p>
            <a:pPr/>
            <a:r>
              <a:rPr lang="th-TH"/>
              <a:t>กฎเกณฑ์ของ FDD จะทำการตรวจสอบโรงงานน้ำเย็นและหน่วยจัดการอากาศ</a:t>
            </a:r>
          </a:p>
          <a:p>
            <a:pPr/>
            <a:r>
              <a:rPr lang="th-TH"/>
              <a:t>ความผิดพลาดที่พบบ่อย: แวร์เนียร์ติดขัด, การเปลี่ยนแปลงค่าของเซ็นเซอร์, การทำงานของระบบทำความร้อนและระบบทำความเย็นพร้อมกัน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sz="3520"/>
              <a:t>ระบบระบายอากาศแบบควบคุมตามความต้องการ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th-TH"/>
              <a:t>ระบบระบายอากาศแบบควบคุมตามความต้องการใช้เซ็นเซอร์ CO2 ในห้องประชุม</a:t>
            </a:r>
          </a:p>
          <a:p>
            <a:pPr/>
            <a:r>
              <a:rPr lang="th-TH"/>
              <a:t>ระบบระบายอากาศแบบควบคุมตามความต้องการช่วยลดการใช้พลังงานของพัดลมได้ถึง 25%</a:t>
            </a:r>
          </a:p>
          <a:p>
            <a:pPr/>
            <a:r>
              <a:rPr lang="th-TH"/>
              <a:t>วงแหวนฟื้นคืนความร้อนจะทำงานเมื่ออัตราการระบายอากาศสูง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การตัดไฟในบางพื้นที่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th-TH"/>
              <a:t>การตัดไฟในบางพื้นที่เกิดขึ้นจากเหตุการณ์ที่เกี่ยวข้องกับการตอบสนองความต้องการใช้ไฟฟ้า</a:t>
            </a:r>
          </a:p>
          <a:p>
            <a:pPr/>
            <a:r>
              <a:rPr lang="th-TH"/>
              <a:t>ลำดับการตัดไฟในบางพื้นที่: ก่อนอื่นคือระบบแสงสว่าง จากนั้นคือการจำกัดความต้องการใช้เครื่องปรับอากาศ</a:t>
            </a:r>
          </a:p>
          <a:p>
            <a:pPr/>
            <a:r>
              <a:rPr lang="th-TH"/>
              <a:t>ข้อมูลบันทึกแนวโน้มยืนยันผลการตัดไฟในบางพื้นที่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ข้อมูลและการบูรณาการ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th-TH"/>
              <a:t>รายการจุดนี้ประกอบด้วยอ็อบเจกต์ BACnet จำนวน 2,400 รายการ</a:t>
            </a:r>
          </a:p>
          <a:p>
            <a:pPr/>
            <a:r>
              <a:rPr lang="th-TH"/>
              <a:t>ช่วงเวลาบันทึกแนวโน้ม: 5 นาที</a:t>
            </a:r>
          </a:p>
          <a:p>
            <a:pPr/>
            <a:r>
              <a:rPr lang="th-TH"/>
              <a:t>รายการจุดนี้จะถูกส่งออกไปยังแพลตฟอร์มคลาวด์ทุกสัปดาห์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