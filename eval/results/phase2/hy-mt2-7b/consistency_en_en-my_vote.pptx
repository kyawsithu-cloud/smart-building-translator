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my-MM"/>
              <a:t>ဆောင်းရာသီတွင် အခမဲ့ အအေးပေးစနစ်သည် ရေအေးပေးစက်များ၏ လုပ်ငန်းလည်ပတ်ချိန်နှင့် အေးခံရေပန့်စက်များ၏ စွမ်းအင်သုံးစွဲမှုကို လျော့ကျစေပါသည်။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my-MM"/>
              <a:t>ချို့ယွင်းမှု ရှာဖွေခြင်းနှင့် ခွဲခြားစစ်ဆေးခြင်း (FDD) ၏ ရလဒ်များကို လမ်းကြောင်းမှတ်တမ်းတွင် ၁၃ လကြာ သိမ်းဆည်းထားပါသည်။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my-MM"/>
              <a:t>ဗဟိုစက်ရုံ အကောင်းဆုံးဖြစ်အောင် စီမံခန့်ခွဲခြင်း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my-MM"/>
              <a:t>အအေးပေးရေစနစ်နှင့် လေဝင်လေထွက်စနစ် တိုးတက်မှုများ — ၂၀၂၆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အေးသောရေစက်ရုံ အကျဉ်းချုပ်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အေးသောရေစက်ရုံ အကျဉ်းချုပ်သည် လေထိန်းစက်ယန္တရား ၁၂ ခုကို ဝန်ဆောင်မှုပေးပါသည်။</a:t>
            </a:r>
          </a:p>
          <a:p>
            <a:pPr/>
            <a:r>
              <a:rPr lang="my-MM"/>
              <a:t>အေးခံရေကို အေးခံမျှော်စင် ၃ ခုဖြင့် အေးအောင်လုပ်ပါသည်။</a:t>
            </a:r>
          </a:p>
          <a:p>
            <a:pPr/>
            <a:r>
              <a:rPr lang="my-MM"/>
              <a:t>အပြင်ဘက်ရှိ လေထုအပူချိန်သည် ၁၀ °C အောက်တွင် ရှိသည့်အခါ အခမဲ့ အအေးပေးစနစ်ကို အသုံးပြုပါသည်။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အခမဲ့ အအေးပေးစနစ်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အခမဲ့ အအေးပေးစနစ် မော်ဒ်သည် အလိုအလျောက် ပြောင်းလဲသွားပါသည်။</a:t>
            </a:r>
          </a:p>
          <a:p>
            <a:pPr/>
            <a:r>
              <a:rPr lang="my-MM"/>
              <a:t>အခမဲ့ အအေးပေးစနစ်ဖြင့် ကုန်ကျစရိတ် သက်သာမှု - ၂၁၀ MWh/နှစ်</a:t>
            </a:r>
          </a:p>
          <a:p>
            <a:pPr/>
            <a:r>
              <a:rPr lang="my-MM"/>
              <a:t>ကွန်ဒင်ဆာ ရေမှ အပူပြန်လည်ရယူခြင်း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4180"/>
              <a:t>လေဝင်အပူချိန် ပြန်လည်သတ်မှတ်ခြင်း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လေဝင်အပူချိန် ပြန်လည်သတ်မှတ်ခြင်းကို ၁၃ °C နှင့် ၁၈ °C အကြားတွင် ပြုလုပ်ပါသည်။</a:t>
            </a:r>
          </a:p>
          <a:p>
            <a:pPr/>
            <a:r>
              <a:rPr lang="my-MM"/>
              <a:t>ပြန်လည်သတ်မှတ်ခြင်းကို ဇုန်၏ လိုအပ်ချက်အပေါ် အခြေခံ၍ ပြုလုပ်ပါသည်။</a:t>
            </a:r>
          </a:p>
          <a:p>
            <a:pPr/>
            <a:r>
              <a:rPr lang="my-MM"/>
              <a:t>လေဝင်အပူချိန် သတ်မှတ်ချက်ကို ဒက်ရှ်ဘုတ်ပေါ်တွင် ပြသထားပါသည်။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ချို့ယွင်းမှု ရှာဖွေခြင်းနှင့် ခွဲခြားစစ်ဆေးခြင်း (FDD)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ချို့ယွင်းမှု ရှာဖွေခြင်းနှင့် ခွဲခြားစစ်ဆေးခြင်း (FDD) ကို ၁၅ မိနစ်တစ်ကြိမ် လည်ပတ်ဆောင်ရွက်ပါသည်။</a:t>
            </a:r>
          </a:p>
          <a:p>
            <a:pPr/>
            <a:r>
              <a:rPr lang="my-MM"/>
              <a:t>ချို့ယွင်းမှု ရှာဖွေခြင်းနှင့် ခွဲခြားစစ်ဆေးခြင်း (FDD) ၏ စည်းမျဉ်းများသည် အအေးပေးရေစနစ်နှင့် လေစီမံခန့်ခွဲမှု ယူနစ်များကို စစ်ဆေးပါသည်။</a:t>
            </a:r>
          </a:p>
          <a:p>
            <a:pPr/>
            <a:r>
              <a:rPr lang="my-MM"/>
              <a:t>ပုံမှန်ချို့ယွင်းချက်များ - ဒမ်ပါ ပိတ်ဆို့ခြင်း၊ အာရုံခံကိရိယာ တဖြည်းဖြည်းပြောင်းလဲခြင်း၊ တစ်ပြိုင်နက် အပူပေးခြင်းနှင့် အအေးပေးခြင်း။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740"/>
              <a:t>ဝယ်လိုအား-ထိန်းချုပ် လေဝင်လေထွက်စနစ်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ဝယ်လိုအား-ထိန်းချုပ် လေဝင်လေထွက်စနစ်တွင် အစည်းအဝေးခန်းများ၌ CO2 အာရုံခံကိရိယာများကို အသုံးပြုပါသည်။</a:t>
            </a:r>
          </a:p>
          <a:p>
            <a:pPr/>
            <a:r>
              <a:rPr lang="my-MM"/>
              <a:t>ဝယ်လိုအား-ထိန်းချုပ် လေဝင်လေထွက်စနစ်သည် ပန်ကာများ၏ စွမ်းအင်သုံးစွဲမှုကို ၂၅% လျော့ကျစေပါသည်။</a:t>
            </a:r>
          </a:p>
          <a:p>
            <a:pPr/>
            <a:r>
              <a:rPr lang="my-MM"/>
              <a:t>လေဝင်လေထွက်နှုန်း မြင့်မားသည့်အခါ အပူပြန်လည်ရယူသည့် ဝှီးများသည် အလုပ်လုပ်ပါသည်။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လျှပ်စစ်ဖြတ်တောက်ခြင်း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လျှပ်စစ်ဖြတ်တောက်ခြင်းကို ဝယ်လိုအားဆိုင်ရာ တုံ့ပြန်မှုများကြောင့် စတင်ဖြစ်ပေါ်စေပါသည်။</a:t>
            </a:r>
          </a:p>
          <a:p>
            <a:pPr/>
            <a:r>
              <a:rPr lang="my-MM"/>
              <a:t>လျှပ်စစ်ဖြတ်တောက်ခြင်း၏ အစီအစဉ် - မီးလုံးများ၊ ထို့နောက် ရေခဲစက်များ၏ ဝယ်လိုအား ကန့်သတ်ချက်</a:t>
            </a:r>
          </a:p>
          <a:p>
            <a:pPr/>
            <a:r>
              <a:rPr lang="my-MM"/>
              <a:t>လမ်းကြောင်းမှတ်တမ်း ဒေတာများသည် လျှပ်စစ်ဖြတ်တောက်ခြင်း၏ ရလဒ်ကို အတည်ပြုပေးပါသည်။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ဒေတာနှင့် ပေါင်းစည်းခြင်း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အမှတ်စာရင်းတွင် BACnet object ၂,၄၀၀ ပါဝင်ပါသည်။</a:t>
            </a:r>
          </a:p>
          <a:p>
            <a:pPr/>
            <a:r>
              <a:rPr lang="my-MM"/>
              <a:t>လမ်းကြောင်းမှတ်တမ်း အချိန်ကာလ - ၅ မိနစ်</a:t>
            </a:r>
          </a:p>
          <a:p>
            <a:pPr/>
            <a:r>
              <a:rPr lang="my-MM"/>
              <a:t>အမှတ်စာရင်းကို အပတ်စဉ် ကလောက်ဒ် ပလက်ဖောင်းသို့ တင်ပို့ပေးပါသည်။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