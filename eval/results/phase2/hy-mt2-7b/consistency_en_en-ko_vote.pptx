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>
                <a:ea typeface="Malgun Gothic"/>
              </a:rPr>
              <a:t>겨울철에는 자연 냉각 방식을 통해 칠러의 가동 시간과 응축수 펌프의 에너지 소비를 줄일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>
                <a:ea typeface="Malgun Gothic"/>
              </a:rPr>
              <a:t>결함 탐지 및 진단(FDD)의 결과는 트렌드 로그에 13개월 동안 저장됩니다.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중앙 플랜트 최적화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냉수 플랜트 및 공기측 개선 — 2026년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냉수 플랜트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냉수 플랜트 개요는 12개의 공기 처리 장치에 냉각수를 공급합니다.</a:t>
            </a:r>
          </a:p>
          <a:p>
            <a:pPr/>
            <a:r>
              <a:rPr lang="ko-KR">
                <a:ea typeface="Malgun Gothic"/>
              </a:rPr>
              <a:t>응축수는 3개의 냉각탑을 통해 냉각됩니다.</a:t>
            </a:r>
          </a:p>
          <a:p>
            <a:pPr/>
            <a:r>
              <a:rPr lang="ko-KR">
                <a:ea typeface="Malgun Gothic"/>
              </a:rPr>
              <a:t>외부 공기 온도가 10℃ 미만일 때는 자연 냉각 방식이 사용됩니다.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자연 냉각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자연 냉각 모드가 자동으로 전환됨</a:t>
            </a:r>
          </a:p>
          <a:p>
            <a:pPr/>
            <a:r>
              <a:rPr lang="ko-KR">
                <a:ea typeface="Malgun Gothic"/>
              </a:rPr>
              <a:t>자연 냉각을 통한 에너지 절약량: 연간 210 MWh</a:t>
            </a:r>
          </a:p>
          <a:p>
            <a:pPr/>
            <a:r>
              <a:rPr lang="ko-KR">
                <a:ea typeface="Malgun Gothic"/>
              </a:rPr>
              <a:t>응축수의 열 회수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공급 공기 온도 리셋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공급 공기 온도는 13℃와 18℃ 사이에서 리셋됩니다.</a:t>
            </a:r>
          </a:p>
          <a:p>
            <a:pPr/>
            <a:r>
              <a:rPr lang="ko-KR">
                <a:ea typeface="Malgun Gothic"/>
              </a:rPr>
              <a:t>리셋은 구역별 수요에 따라 이루어집니다.</a:t>
            </a:r>
          </a:p>
          <a:p>
            <a:pPr/>
            <a:r>
              <a:rPr lang="ko-KR">
                <a:ea typeface="Malgun Gothic"/>
              </a:rPr>
              <a:t>대시보드에 공급 공기 온도 설정값이 표시됩니다.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결함 탐지 및 진단(FDD)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결함 탐지 및 진단(FDD)은 15분마다 실행됩니다.</a:t>
            </a:r>
          </a:p>
          <a:p>
            <a:pPr/>
            <a:r>
              <a:rPr lang="ko-KR">
                <a:ea typeface="Malgun Gothic"/>
              </a:rPr>
              <a:t>결함 탐지 및 진단(FDD)의 규칙들은 냉수 플랜트와 공기 처리 장치를 점검합니다.</a:t>
            </a:r>
          </a:p>
          <a:p>
            <a:pPr/>
            <a:r>
              <a:rPr lang="ko-KR">
                <a:ea typeface="Malgun Gothic"/>
              </a:rPr>
              <a:t>일반적인 결함: 댐퍼 고착, 센서 드리프트, 동시 가열 및 냉각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수요 제어 환기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수요 제어 환기는 회의실에 CO2 센서를 활용합니다.</a:t>
            </a:r>
          </a:p>
          <a:p>
            <a:pPr/>
            <a:r>
              <a:rPr lang="ko-KR">
                <a:ea typeface="Malgun Gothic"/>
              </a:rPr>
              <a:t>수요 제어 환기는 팬의 에너지 소비를 25% 줄여줍니다.</a:t>
            </a:r>
          </a:p>
          <a:p>
            <a:pPr/>
            <a:r>
              <a:rPr lang="ko-KR">
                <a:ea typeface="Malgun Gothic"/>
              </a:rPr>
              <a:t>열 회수 휠은 환기량이 많을 때 작동합니다.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부하 감축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부하 감축은 수요 반응 이벤트에 의해 발생합니다.</a:t>
            </a:r>
          </a:p>
          <a:p>
            <a:pPr/>
            <a:r>
              <a:rPr lang="ko-KR">
                <a:ea typeface="Malgun Gothic"/>
              </a:rPr>
              <a:t>부하 감축 순서: 조명부터 시작하여 냉각기 수요 제한까지</a:t>
            </a:r>
          </a:p>
          <a:p>
            <a:pPr/>
            <a:r>
              <a:rPr lang="ko-KR">
                <a:ea typeface="Malgun Gothic"/>
              </a:rPr>
              <a:t>트렌드 로그 데이터는 부하 감축 결과를 확인해 줍니다.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데이터와 통합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>
                <a:ea typeface="Malgun Gothic"/>
              </a:rPr>
              <a:t>포인트 목록에는 2,400개의 BACnet 객체가 포함되어 있습니다.</a:t>
            </a:r>
          </a:p>
          <a:p>
            <a:pPr/>
            <a:r>
              <a:rPr lang="ko-KR">
                <a:ea typeface="Malgun Gothic"/>
              </a:rPr>
              <a:t>트렌드 로그 간격: 5분</a:t>
            </a:r>
          </a:p>
          <a:p>
            <a:pPr/>
            <a:r>
              <a:rPr lang="ko-KR">
                <a:ea typeface="Malgun Gothic"/>
              </a:rPr>
              <a:t>포인트 목록은 매주 클라우드 플랫폼으로 내보내집니다.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