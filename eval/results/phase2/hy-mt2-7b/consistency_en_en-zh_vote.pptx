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>
                <a:ea typeface="Microsoft YaHei UI"/>
              </a:rPr>
              <a:t>在冬季，自由冷却能够减少冷水机的运行时间以及冷凝水泵的能耗。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>
                <a:ea typeface="Microsoft YaHei UI"/>
              </a:rPr>
              <a:t>故障检测与诊断的结果会存储在趋势日志中，保留时长为13个月。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中央工厂优化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冷水机组及空气侧系统优化——2026年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冷水机组概述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该冷水机组概述为12台空气处理单元提供冷却服务。</a:t>
            </a:r>
          </a:p>
          <a:p>
            <a:pPr/>
            <a:r>
              <a:rPr lang="zh-CN">
                <a:ea typeface="Microsoft YaHei UI"/>
              </a:rPr>
              <a:t>冷凝水由三座冷却塔进行冷却。</a:t>
            </a:r>
          </a:p>
          <a:p>
            <a:pPr/>
            <a:r>
              <a:rPr lang="zh-CN">
                <a:ea typeface="Microsoft YaHei UI"/>
              </a:rPr>
              <a:t>当室外空气温度低于10℃时，会采用自由冷却方式。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自由冷却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自由冷却模式会自动切换</a:t>
            </a:r>
          </a:p>
          <a:p>
            <a:pPr/>
            <a:r>
              <a:rPr lang="zh-CN">
                <a:ea typeface="Microsoft YaHei UI"/>
              </a:rPr>
              <a:t>自由冷却带来的节能效果：210 兆瓦时/年</a:t>
            </a:r>
          </a:p>
          <a:p>
            <a:pPr/>
            <a:r>
              <a:rPr lang="zh-CN">
                <a:ea typeface="Microsoft YaHei UI"/>
              </a:rPr>
              <a:t>从冷凝水中进行热回收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送风温度重置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送风温度将在13℃至18℃之间进行重置。</a:t>
            </a:r>
          </a:p>
          <a:p>
            <a:pPr/>
            <a:r>
              <a:rPr lang="zh-CN">
                <a:ea typeface="Microsoft YaHei UI"/>
              </a:rPr>
              <a:t>该重置是根据各区域的需求来进行的。</a:t>
            </a:r>
          </a:p>
          <a:p>
            <a:pPr/>
            <a:r>
              <a:rPr lang="zh-CN">
                <a:ea typeface="Microsoft YaHei UI"/>
              </a:rPr>
              <a:t>送风温度设定值显示在仪表板上。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故障检测与诊断（FDD）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故障检测与诊断（FDD）功能每15分钟运行一次。</a:t>
            </a:r>
          </a:p>
          <a:p>
            <a:pPr/>
            <a:r>
              <a:rPr lang="zh-CN">
                <a:ea typeface="Microsoft YaHei UI"/>
              </a:rPr>
              <a:t>故障检测与诊断（FDD）的规则用于检查冷水机组和空气处理单元。</a:t>
            </a:r>
          </a:p>
          <a:p>
            <a:pPr/>
            <a:r>
              <a:rPr lang="zh-CN">
                <a:ea typeface="Microsoft YaHei UI"/>
              </a:rPr>
              <a:t>常见故障：风阀卡滞、传感器漂移、同时进行制热和制冷操作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需求控制式通风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需求控制式通风系统在会议室中使用CO2传感器。</a:t>
            </a:r>
          </a:p>
          <a:p>
            <a:pPr/>
            <a:r>
              <a:rPr lang="zh-CN">
                <a:ea typeface="Microsoft YaHei UI"/>
              </a:rPr>
              <a:t>需求控制式通风可将风扇的能耗降低25%。</a:t>
            </a:r>
          </a:p>
          <a:p>
            <a:pPr/>
            <a:r>
              <a:rPr lang="zh-CN">
                <a:ea typeface="Microsoft YaHei UI"/>
              </a:rPr>
              <a:t>在通风量较大时，热回收轮便会开始运转。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限电措施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限电措施是由需求响应事件触发的。</a:t>
            </a:r>
          </a:p>
          <a:p>
            <a:pPr/>
            <a:r>
              <a:rPr lang="zh-CN">
                <a:ea typeface="Microsoft YaHei UI"/>
              </a:rPr>
              <a:t>限电措施的实施顺序：首先限制照明用电，随后限制冷水机组的需求。</a:t>
            </a:r>
          </a:p>
          <a:p>
            <a:pPr/>
            <a:r>
              <a:rPr lang="zh-CN">
                <a:ea typeface="Microsoft YaHei UI"/>
              </a:rPr>
              <a:t>趋势日志数据可用于验证限电措施的执行效果。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数据与集成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>
                <a:ea typeface="Microsoft YaHei UI"/>
              </a:rPr>
              <a:t>该点列表包含2,400个BACnet对象。</a:t>
            </a:r>
          </a:p>
          <a:p>
            <a:pPr/>
            <a:r>
              <a:rPr lang="zh-CN">
                <a:ea typeface="Microsoft YaHei UI"/>
              </a:rPr>
              <a:t>趋势日志间隔：5分钟</a:t>
            </a:r>
          </a:p>
          <a:p>
            <a:pPr/>
            <a:r>
              <a:rPr lang="zh-CN">
                <a:ea typeface="Microsoft YaHei UI"/>
              </a:rPr>
              <a:t>该点列表每周会被导出至云平台。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