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冬季には、自由冷却により冷凍機の運転時間や凝縮水ポンプの消費エネルギーが削減されます。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故障検出・診断(FDD)の結果は、トレンドログに13ヶ月間保存されます。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中央プラント最適化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冷却水プラント及び空気側改良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冷却水プラント概要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冷却水プラント概要では、12台の空調機に給水を供給しています。</a:t>
            </a:r>
          </a:p>
          <a:p>
            <a:pPr/>
            <a:r>
              <a:rPr lang="ja-JP">
                <a:ea typeface="Meiryo UI"/>
              </a:rPr>
              <a:t>凝縮水は3基の冷却塔によって冷却されます。</a:t>
            </a:r>
          </a:p>
          <a:p>
            <a:pPr/>
            <a:r>
              <a:rPr lang="ja-JP">
                <a:ea typeface="Meiryo UI"/>
              </a:rPr>
              <a:t>外気温度が10℃未満の場合には、自由冷却が適用されます。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自由冷却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自由冷却モードの自動切り替え</a:t>
            </a:r>
          </a:p>
          <a:p>
            <a:pPr/>
            <a:r>
              <a:rPr lang="ja-JP">
                <a:ea typeface="Meiryo UI"/>
              </a:rPr>
              <a:t>自由冷却による節電量：210 MWh/年</a:t>
            </a:r>
          </a:p>
          <a:p>
            <a:pPr/>
            <a:r>
              <a:rPr lang="ja-JP">
                <a:ea typeface="Meiryo UI"/>
              </a:rPr>
              <a:t>凝縮水からの熱回収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供給空気温度リセット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供給空気温度リセットは13℃～18℃で行われる</a:t>
            </a:r>
          </a:p>
          <a:p>
            <a:pPr/>
            <a:r>
              <a:rPr lang="ja-JP">
                <a:ea typeface="Meiryo UI"/>
              </a:rPr>
              <a:t>ゾーン負荷に基づくリセット</a:t>
            </a:r>
          </a:p>
          <a:p>
            <a:pPr/>
            <a:r>
              <a:rPr lang="ja-JP">
                <a:ea typeface="Meiryo UI"/>
              </a:rPr>
              <a:t>供給空気温度の設定値はダッシュボードに表示される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故障検出・診断(FDD)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故障検出・診断(FDD)は、15分ごとに実行されます。</a:t>
            </a:r>
          </a:p>
          <a:p>
            <a:pPr/>
            <a:r>
              <a:rPr lang="ja-JP">
                <a:ea typeface="Meiryo UI"/>
              </a:rPr>
              <a:t>故障検出・診断(FDD)のルールにより、冷却水プラントおよび空調機がチェックされます。</a:t>
            </a:r>
          </a:p>
          <a:p>
            <a:pPr/>
            <a:r>
              <a:rPr lang="ja-JP">
                <a:ea typeface="Meiryo UI"/>
              </a:rPr>
              <a:t>代表的な故障：ダンパーの固着、センサーのドリフト、同時加熱・冷却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需要応答型換気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需要応答型換気では、会議室にCO2センサーを設置して利用されています。</a:t>
            </a:r>
          </a:p>
          <a:p>
            <a:pPr/>
            <a:r>
              <a:rPr lang="ja-JP">
                <a:ea typeface="Meiryo UI"/>
              </a:rPr>
              <a:t>需要応答型換気を導入することで、ファンの消費エネルギーを25%削減することができます。</a:t>
            </a:r>
          </a:p>
          <a:p>
            <a:pPr/>
            <a:r>
              <a:rPr lang="ja-JP">
                <a:ea typeface="Meiryo UI"/>
              </a:rPr>
              <a:t>換気量が多い場合には、熱回収輪が動作します。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停電順序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停電順序は、デマンドレスポンスの実施によって発動されます。</a:t>
            </a:r>
          </a:p>
          <a:p>
            <a:pPr/>
            <a:r>
              <a:rPr lang="ja-JP">
                <a:ea typeface="Meiryo UI"/>
              </a:rPr>
              <a:t>停電順序：照明、次に冷凍機の需要制限</a:t>
            </a:r>
          </a:p>
          <a:p>
            <a:pPr/>
            <a:r>
              <a:rPr lang="ja-JP">
                <a:ea typeface="Meiryo UI"/>
              </a:rPr>
              <a:t>トレンドログのデータにより、停電順序が正しく適用されたかが確認されます。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データと統合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このポイントリストには、2,400個のBACnetオブジェクトが含まれています。</a:t>
            </a:r>
          </a:p>
          <a:p>
            <a:pPr/>
            <a:r>
              <a:rPr lang="ja-JP">
                <a:ea typeface="Meiryo UI"/>
              </a:rPr>
              <a:t>トレンドログ間隔：5分</a:t>
            </a:r>
          </a:p>
          <a:p>
            <a:pPr/>
            <a:r>
              <a:rPr lang="ja-JP">
                <a:ea typeface="Meiryo UI"/>
              </a:rPr>
              <a:t>このポイントリストは、毎週クラウドプラットフォームにエクスポートされます。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