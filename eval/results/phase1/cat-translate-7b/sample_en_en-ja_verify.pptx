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建物管理システムは2,000点以上のデータを収集し、5秒以内にオペレーターにアラームを送信します。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エネルギー節約制御は、在室率が30パーセント未満で、外気温度が32℃以上の時にのみ有効になります。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 (BMS) 統合提案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ja-JP">
                <a:ea typeface="Meiryo UI"/>
              </a:rPr>
              <a:t>ビル管理システム</a:t>
            </a:r>
            <a:r>
              <a:rPr lang="ja-JP">
                <a:ea typeface="Meiryo UI"/>
              </a:rPr>
              <a:t>は、HVAAC機器を監視・制御します。</a:t>
            </a:r>
          </a:p>
          <a:p>
            <a:pPr lvl="1"/>
            <a:r>
              <a:rPr lang="ja-JP">
                <a:ea typeface="Meiryo UI"/>
              </a:rPr>
              <a:t>空調機（AHU）とファンコイルユニット（FCU）の制御</a:t>
            </a:r>
          </a:p>
          <a:p>
            <a:pPr lvl="1"/>
            <a:r>
              <a:rPr lang="ja-JP">
                <a:ea typeface="Meiryo UI"/>
              </a:rPr>
              <a:t>可変風量（VAV）ターミナル制御</a:t>
            </a:r>
          </a:p>
          <a:p>
            <a:pPr/>
            <a:r>
              <a:rPr b="1" lang="ja-JP">
                <a:solidFill>
                  <a:srgbClr val="C01F1F"/>
                </a:solidFill>
                <a:ea typeface="Meiryo UI"/>
              </a:rPr>
              <a:t>アラーム</a:t>
            </a:r>
            <a:r>
              <a:rPr lang="ja-JP">
                <a:ea typeface="Meiryo UI"/>
              </a:rPr>
              <a:t> と </a:t>
            </a:r>
            <a:r>
              <a:rPr i="1" lang="ja-JP">
                <a:ea typeface="Meiryo UI"/>
              </a:rPr>
              <a:t>機器ステータス</a:t>
            </a:r>
            <a:r>
              <a:rPr lang="ja-JP">
                <a:ea typeface="Meiryo UI"/>
              </a:rPr>
              <a:t> の 24 時間 365 日監視</a:t>
            </a:r>
          </a:p>
          <a:p>
            <a:pPr/>
            <a:r>
              <a:rPr lang="ja-JP">
                <a:ea typeface="Meiryo UI"/>
              </a:rPr>
              <a:t>エネルギー消費分析のためのエネルギー管理システム（EMS）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センサーとフィールド機器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占有センサー</a:t>
            </a:r>
          </a:p>
          <a:p>
            <a:pPr/>
            <a:r>
              <a:rPr lang="ja-JP">
                <a:ea typeface="Meiryo UI"/>
              </a:rPr>
              <a:t>CO2センサー（0～2,000ppm）</a:t>
            </a:r>
          </a:p>
          <a:p>
            <a:pPr/>
            <a:r>
              <a:rPr lang="ja-JP">
                <a:ea typeface="Meiryo UI"/>
              </a:rPr>
              <a:t>温度センサー：±0.2℃の精度</a:t>
            </a:r>
          </a:p>
          <a:p>
            <a:pPr/>
            <a:r>
              <a:rPr lang="ja-JP">
                <a:ea typeface="Meiryo UI"/>
              </a:rPr>
              <a:t>湿度：30～70%RH</a:t>
            </a:r>
          </a:p>
          <a:p>
            <a:pPr/>
            <a:r>
              <a:rPr lang="ja-JP">
                <a:ea typeface="Meiryo UI"/>
              </a:rPr>
              <a:t>モデル </a:t>
            </a:r>
            <a:r>
              <a:rPr b="1" lang="ja-JP">
                <a:ea typeface="Meiryo UI"/>
              </a:rPr>
              <a:t>FX-PCG2611-0</a:t>
            </a:r>
            <a:r>
              <a:rPr lang="ja-JP">
                <a:ea typeface="Meiryo UI"/>
              </a:rPr>
              <a:t> コントローラー、ファームウェア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システムアーキテクチャ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ja-JP">
                <a:ea typeface="Meiryo UI"/>
              </a:rPr>
              <a:t>フィールドコントローラーはBACnet/IPおよびModbus TCPを介して通信し、ゲートウェイはMQTT over TLS（ポート8883）を介してテレメトリをクラウドプラットフォームに公開します。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520">
                <a:ea typeface="Meiryo UI"/>
              </a:rPr>
              <a:t>プロトコル比較</a:t>
            </a:r>
            <a:br>
              <a:rPr lang="ja-JP" sz="3520"/>
            </a:br>
            <a:br>
              <a:rPr lang="ja-JP" sz="3520"/>
            </a:br>
            <a:r>
              <a:rPr lang="ja-JP" sz="3520">
                <a:ea typeface="Meiryo UI"/>
              </a:rPr>
              <a:t>assistantcommentary</a:t>
            </a:r>
            <a:br>
              <a:rPr lang="ja-JP" sz="3520"/>
            </a:br>
            <a:r>
              <a:rPr lang="ja-JP" sz="3520">
                <a:ea typeface="Meiryo UI"/>
              </a:rPr>
              <a:t>The user has requested a translation of the English term "Protocol Comparison" into Japanese. The translation should be accurate and preserve the original tone and style. The term "Protocol" is a technical term commonly used in networking and communication systems, and "Comparison" suggests a comparison between different protocols. The translation should therefore be something like:</a:t>
            </a:r>
            <a:br>
              <a:rPr lang="ja-JP" sz="3520"/>
            </a:br>
            <a:br>
              <a:rPr lang="ja-JP" sz="3520"/>
            </a:br>
            <a:r>
              <a:rPr lang="ja-JP" sz="3520">
                <a:ea typeface="Meiryo UI"/>
              </a:rPr>
              <a:t>「プロトコル比較」</a:t>
            </a:r>
            <a:br>
              <a:rPr lang="ja-JP" sz="3520"/>
            </a:br>
            <a:br>
              <a:rPr lang="ja-JP" sz="3520"/>
            </a:br>
            <a:r>
              <a:rPr lang="ja-JP" sz="3520">
                <a:ea typeface="Meiryo UI"/>
              </a:rPr>
              <a:t>This translation maintains the technical nature of the term and the comparative aspect. It also preserves the concise, straightforward style typical of technical documentation.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アシスタント</a:t>
                      </a:r>
                      <a:br>
                        <a:rPr lang="ja-JP"/>
                      </a:br>
                      <a:r>
                        <a:rPr lang="ja-JP">
                          <a:ea typeface="Meiryo UI"/>
                        </a:rPr>
                        <a:t>アシ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HVAACコントローラー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パワーメーター、冷凍機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IoTテレメトリをクラウドへ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ツイストペア/IP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照明とブラインド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エネルギー効率とデマンドレスポンス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2025年夏季のピーク需要が18%削減</a:t>
            </a:r>
          </a:p>
          <a:p>
            <a:pPr/>
            <a:r>
              <a:rPr lang="ja-JP">
                <a:ea typeface="Meiryo UI"/>
              </a:rPr>
              <a:t>エネルギー消費量：1,250 MWh/年 → 1,020 MWh/年</a:t>
            </a:r>
          </a:p>
          <a:p>
            <a:pPr/>
            <a:r>
              <a:rPr b="1" lang="ja-JP">
                <a:ea typeface="Meiryo UI"/>
              </a:rPr>
              <a:t>デマンドレスポンス</a:t>
            </a:r>
            <a:r>
              <a:rPr lang="ja-JP">
                <a:ea typeface="Meiryo UI"/>
              </a:rPr>
              <a:t>信号は、</a:t>
            </a:r>
            <a:r>
              <a:rPr b="1" lang="ja-JP">
                <a:solidFill>
                  <a:srgbClr val="1F4E9A"/>
                </a:solidFill>
                <a:ea typeface="Meiryo UI"/>
              </a:rPr>
              <a:t>OpenADR 2.0b</a:t>
            </a:r>
            <a:r>
              <a:rPr lang="ja-JP">
                <a:ea typeface="Meiryo UI"/>
              </a:rPr>
              <a:t>を介して電力会社から受信されます。</a:t>
            </a:r>
          </a:p>
          <a:p>
            <a:pPr/>
            <a:r>
              <a:rPr lang="ja-JP">
                <a:ea typeface="Meiryo UI"/>
              </a:rPr>
              <a:t>設定値調整：ピーク時間帯に冷却設定値を24℃から26℃に上昇</a:t>
            </a:r>
          </a:p>
          <a:p>
            <a:pPr/>
            <a:r>
              <a:rPr lang="ja-JP">
                <a:ea typeface="Meiryo UI"/>
              </a:rPr>
              <a:t>消費電力は15分ごとに測定されます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520">
                <a:ea typeface="Meiryo UI"/>
              </a:rPr>
              <a:t>ネットワークとアクセス</a:t>
            </a:r>
            <a:br>
              <a:rPr lang="ja-JP" sz="3520"/>
            </a:br>
            <a:br>
              <a:rPr lang="ja-JP" sz="3520"/>
            </a:br>
            <a:r>
              <a:rPr lang="ja-JP" sz="3520">
                <a:ea typeface="Meiryo UI"/>
              </a:rPr>
              <a:t>assistant</a:t>
            </a:r>
            <a:br>
              <a:rPr lang="ja-JP" sz="3520"/>
            </a:br>
            <a:r>
              <a:rPr lang="ja-JP" sz="3520">
                <a:ea typeface="Meiryo UI"/>
              </a:rP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BMサーバー：192.168.1.100（VLAN 20）</a:t>
            </a:r>
          </a:p>
          <a:p>
            <a:pPr/>
            <a:r>
              <a:rPr lang="ja-JP">
                <a:ea typeface="Meiryo UI"/>
              </a:rPr>
              <a:t>ウェブダッシュボード: https://bmsc.example.com/dashboard</a:t>
            </a:r>
          </a:p>
          <a:p>
            <a:pPr/>
            <a:r>
              <a:rPr lang="ja-JP">
                <a:ea typeface="Meiryo UI"/>
              </a:rPr>
              <a:t>サポート: support@example.com</a:t>
            </a:r>
          </a:p>
          <a:p>
            <a:pPr/>
            <a:r>
              <a:rPr lang="ja-JP">
                <a:ea typeface="Meiryo UI"/>
              </a:rPr>
              <a:t>設定ファイル: C:\Program Files\BMS\config\points.json</a:t>
            </a:r>
          </a:p>
          <a:p>
            <a:pPr/>
            <a:r>
              <a:rPr lang="ja-JP">
                <a:ea typeface="Meiryo UI"/>
              </a:rPr>
              <a:t>REST API over HTTPS; ペイロードはJSON、レガシーなエクスポートはXMLとSQL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運用と保守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凍機の警報が発生すると、システムは自動的にメンテナンスチームにメールで通知し、作業指示を作成します。そして、30分以内に警報が確認されない場合、それは施設管理者へエスカレーションされます。</a:t>
            </a:r>
          </a:p>
          <a:p>
            <a:pPr/>
            <a:r>
              <a:rPr lang="ja-JP">
                <a:ea typeface="Meiryo UI"/>
              </a:rPr>
              <a:t>AHUフィルターの定期メンテナンスは3ヶ月ごとに行われます。</a:t>
            </a:r>
          </a:p>
          <a:p>
            <a:pPr/>
            <a:r>
              <a:rPr lang="ja-JP">
                <a:ea typeface="Meiryo UI"/>
              </a:rPr>
              <a:t>PLCとSCADAシステムは、移行期間中も引き続き稼働します。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520">
                <a:ea typeface="Meiryo UI"/>
              </a:rPr>
              <a:t>ビルディングオートメーションロードマップ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フェーズ1（2026年第2四半期）：ビルオートメーションシステムのアップグレード</a:t>
            </a:r>
          </a:p>
          <a:p>
            <a:pPr/>
            <a:r>
              <a:rPr lang="ja-JP">
                <a:ea typeface="Meiryo UI"/>
              </a:rPr>
              <a:t>フェーズ2（2026年第4四半期）：IoTセンサーとエッジデバイス</a:t>
            </a:r>
          </a:p>
          <a:p>
            <a:pPr/>
            <a:r>
              <a:rPr lang="ja-JP">
                <a:ea typeface="Meiryo UI"/>
              </a:rPr>
              <a:t>フェーズ3（2027年）：AIベースの障害検出と診断（FDD）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