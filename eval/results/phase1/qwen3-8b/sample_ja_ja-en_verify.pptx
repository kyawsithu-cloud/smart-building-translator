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Building Management System collects data from over 2,000 points and sends alarms to operators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Energy saving control is effective only when the occupancy rate is below 30% and the outdoor air temperature exceeds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Overview of Smart Building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4180"/>
              <a:t>Building Management System (BMS) Integration Proposal — 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en-US"/>
              <a:t>Building Management System</a:t>
            </a:r>
            <a:r>
              <a:rPr lang="en-US"/>
              <a:t> monitors and controls the HVAC equipment.</a:t>
            </a:r>
          </a:p>
          <a:p>
            <a:pPr lvl="1"/>
            <a:r>
              <a:rPr lang="en-US"/>
              <a:t>Control of air handling units (AHU) and fan coil units (FCU)</a:t>
            </a:r>
          </a:p>
          <a:p>
            <a:pPr lvl="1"/>
            <a:r>
              <a:rPr lang="en-US"/>
              <a:t>Variable air volume (VAV) terminal control</a:t>
            </a:r>
          </a:p>
          <a:p>
            <a:pPr/>
            <a:r>
              <a:rPr b="1" lang="en-US">
                <a:solidFill>
                  <a:srgbClr val="C01F1F"/>
                </a:solidFill>
              </a:rPr>
              <a:t>Alarm</a:t>
            </a:r>
            <a:r>
              <a:rPr lang="en-US"/>
              <a:t> and </a:t>
            </a:r>
            <a:r>
              <a:rPr i="1" lang="en-US"/>
              <a:t>equipment status</a:t>
            </a:r>
            <a:r>
              <a:rPr lang="en-US"/>
              <a:t> 24-hour monitoring</a:t>
            </a:r>
          </a:p>
          <a:p>
            <a:pPr/>
            <a:r>
              <a:rPr lang="en-US"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Sensor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Occupancy Sensor</a:t>
            </a:r>
          </a:p>
          <a:p>
            <a:pPr/>
            <a:r>
              <a:rPr lang="en-US"/>
              <a:t>CO2 Sensor (0–2,000 ppm)</a:t>
            </a:r>
          </a:p>
          <a:p>
            <a:pPr/>
            <a:r>
              <a:rPr lang="en-US"/>
              <a:t>Temperature Sensor: Accuracy ±0.2 °C</a:t>
            </a:r>
          </a:p>
          <a:p>
            <a:pPr/>
            <a:r>
              <a:rPr lang="en-US"/>
              <a:t>Humidity: 30–70 %RH</a:t>
            </a:r>
          </a:p>
          <a:p>
            <a:pPr/>
            <a:r>
              <a:rPr lang="en-US"/>
              <a:t>Model </a:t>
            </a:r>
            <a:r>
              <a:rPr b="1" lang="en-US"/>
              <a:t>FX-PCG2611-0</a:t>
            </a:r>
            <a:r>
              <a:rPr lang="en-US"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System Configuration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en-US"/>
              <a:t>The field controller communicates via BACnet/IP and Modbus TCP, and the gateway transmits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Protocol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Main 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HVAC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Electricity Meter, Chiller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IoT Telemetry to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 Efficiency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Reduce Peak Demand by 18% in Summer 2025</a:t>
            </a:r>
          </a:p>
          <a:p>
            <a:pPr/>
            <a:r>
              <a:rPr lang="en-US"/>
              <a:t>Energy Consumption: 1,250 MWh/Year → 1,020 MWh/Year</a:t>
            </a:r>
          </a:p>
          <a:p>
            <a:pPr/>
            <a:r>
              <a:rPr b="1" lang="en-US"/>
              <a:t>Demand Response</a:t>
            </a:r>
            <a:r>
              <a:rPr lang="en-US"/>
              <a:t> signal is received from the utility company via </a:t>
            </a:r>
            <a:r>
              <a:rPr b="1" lang="en-US">
                <a:solidFill>
                  <a:srgbClr val="1F4E9A"/>
                </a:solidFill>
              </a:rPr>
              <a:t>OpenADR 2.0b</a:t>
            </a:r>
          </a:p>
          <a:p>
            <a:pPr/>
            <a:r>
              <a:rPr lang="en-US"/>
              <a:t>Setpoint Adjustment: Change cooling setpoint from 24 °C to 26 °C during peak hours</a:t>
            </a:r>
          </a:p>
          <a:p>
            <a:pPr/>
            <a:r>
              <a:rPr lang="en-US"/>
              <a:t>Power consumption is measured every 15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Network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BMS Server: 192.168.1.100 (VLAN 20)</a:t>
            </a:r>
          </a:p>
          <a:p>
            <a:pPr/>
            <a:r>
              <a:rPr lang="en-US"/>
              <a:t>Web Dashboard: https://bms.example.com/dashboard</a:t>
            </a:r>
          </a:p>
          <a:p>
            <a:pPr/>
            <a:r>
              <a:rPr lang="en-US"/>
              <a:t>Support: support@example.com</a:t>
            </a:r>
          </a:p>
          <a:p>
            <a:pPr/>
            <a:r>
              <a:rPr lang="en-US"/>
              <a:t>Configuration File: C:\Program Files\BMS\config\points.json</a:t>
            </a:r>
          </a:p>
          <a:p>
            <a:pPr/>
            <a:r>
              <a:rPr lang="en-US"/>
              <a:t>HTTPS-based REST API. Payload is JSON, old format export is XML and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Operations and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3040"/>
              <a:t>When an alarm occurs on the chiller, the system automatically sends an email notification to the maintenance team, creates a work order, and escalates the issue to the facility manager if the alarm is not confirmed within 30 minutes.</a:t>
            </a:r>
          </a:p>
          <a:p>
            <a:pPr/>
            <a:r>
              <a:rPr lang="en-US" sz="3040"/>
              <a:t>Regular maintenance of the air handling unit filters is performed every three months.</a:t>
            </a:r>
          </a:p>
          <a:p>
            <a:pPr/>
            <a:r>
              <a:rPr lang="en-US" sz="3040"/>
              <a:t>The PLC and SCADA systems will continue to operate during the transition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