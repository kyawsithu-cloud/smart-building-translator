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/>
              <a:t>건물 관리 시스템은 2,000개 이상의 포인트에서 데이터를 수집하고, 5초 이내에 운영자에게 경보를 전송합니다.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/>
              <a:t>사용률이 30퍼센트 미만이고 외부 공기 온도가 32°C 이상일 때 에너지 절약 제어가 활성화됩니다.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ko-KR"/>
              <a:t>스마트빌딩 플랫폼 개요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ko-KR"/>
              <a:t>빌딩 관리 시스템 (BMS) 통합 제안 — 2026년 3월 15일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빌딩 관리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ko-KR"/>
              <a:t>빌딩 관리 시스템</a:t>
            </a:r>
            <a:r>
              <a:rPr lang="ko-KR"/>
              <a:t>은 HVAC 장비를 모니터링하고 제어합니다.</a:t>
            </a:r>
          </a:p>
          <a:p>
            <a:pPr lvl="1"/>
            <a:r>
              <a:rPr lang="ko-KR"/>
              <a:t>공기 처리 단위 (AHU) 및 팬코일 단위 (FCU) 제어</a:t>
            </a:r>
          </a:p>
          <a:p>
            <a:pPr lvl="1"/>
            <a:r>
              <a:rPr lang="ko-KR"/>
              <a:t>변압 공기량 (VAV) 터미널 제어</a:t>
            </a:r>
          </a:p>
          <a:p>
            <a:pPr/>
            <a:r>
              <a:rPr b="1" lang="ko-KR">
                <a:solidFill>
                  <a:srgbClr val="C01F1F"/>
                </a:solidFill>
              </a:rPr>
              <a:t>경보</a:t>
            </a:r>
            <a:r>
              <a:rPr lang="ko-KR"/>
              <a:t> 및 </a:t>
            </a:r>
            <a:r>
              <a:rPr i="1" lang="ko-KR"/>
              <a:t>장비 상태</a:t>
            </a:r>
            <a:r>
              <a:rPr lang="ko-KR"/>
              <a:t> 모니터링 24/7</a:t>
            </a:r>
          </a:p>
          <a:p>
            <a:pPr/>
            <a:r>
              <a:rPr lang="ko-KR"/>
              <a:t>에너지 관리 시스템 (EMS)을 통해 에너지 소비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센서 및 필드 장치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/>
              <a:t>인구 존재 센서</a:t>
            </a:r>
          </a:p>
          <a:p>
            <a:pPr/>
            <a:r>
              <a:rPr lang="ko-KR"/>
              <a:t>CO2 센서 (0–2,000 ppm)</a:t>
            </a:r>
          </a:p>
          <a:p>
            <a:pPr/>
            <a:r>
              <a:rPr lang="ko-KR"/>
              <a:t>온도 센서: ±0.2 °C 정확도</a:t>
            </a:r>
          </a:p>
          <a:p>
            <a:pPr/>
            <a:r>
              <a:rPr lang="ko-KR"/>
              <a:t>습도: 30–70 %RH</a:t>
            </a:r>
          </a:p>
          <a:p>
            <a:pPr/>
            <a:r>
              <a:rPr lang="ko-KR"/>
              <a:t>모델 </a:t>
            </a:r>
            <a:r>
              <a:rPr b="1" lang="ko-KR"/>
              <a:t>FX-PCG2611-0</a:t>
            </a:r>
            <a:r>
              <a:rPr lang="ko-KR"/>
              <a:t> 컨트롤러, 펌웨어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시스템 아키텍처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/>
                <a:t>엣지 장치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/>
                <a:t>게이트웨이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/>
                <a:t>클라우드 플랫폼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/>
                <a:t>대시보드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ko-KR"/>
              <a:t>필드 컨트롤러는 BACnet/IP 및 Modbus TCP를 통해 통신하며, 게이트웨이는 TLS를 통해 MQTT를 사용하여 클라우드 플랫폼에 텔레메트리 데이터를 게시합니다 (포트 8883).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프로토콜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ko-KR"/>
                        <a:t>프로토콜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전송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일반적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기본 포트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HVAC 컨트롤러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전력계측기, 냉각기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IoT 텔레메트리 클라우드로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트위스트 쌍선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조명 및 커튼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에너지 효율성 및 수요 반응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/>
              <a:t>2025년 여름 기간 동안 피크 수요가 18% 감소</a:t>
            </a:r>
          </a:p>
          <a:p>
            <a:pPr/>
            <a:r>
              <a:rPr lang="ko-KR"/>
              <a:t>에너지 소비량: 1,250 MWh/년 → 1,020 MWh/년</a:t>
            </a:r>
          </a:p>
          <a:p>
            <a:pPr/>
            <a:r>
              <a:rPr b="1" lang="ko-KR"/>
              <a:t>수요 반응</a:t>
            </a:r>
            <a:r>
              <a:rPr lang="ko-KR"/>
              <a:t> 신호는 </a:t>
            </a:r>
            <a:r>
              <a:rPr b="1" lang="ko-KR">
                <a:solidFill>
                  <a:srgbClr val="1F4E9A"/>
                </a:solidFill>
              </a:rPr>
              <a:t>OpenADR 2.0b</a:t>
            </a:r>
            <a:r>
              <a:rPr lang="ko-KR"/>
              <a:t>를 통해 공급업체로부터 수신됨</a:t>
            </a:r>
          </a:p>
          <a:p>
            <a:pPr/>
            <a:r>
              <a:rPr lang="ko-KR"/>
              <a:t>설정값 조정: 피크 시간대 동안 냉방 설정값을 24°C에서 26°C로 상향 조정</a:t>
            </a:r>
          </a:p>
          <a:p>
            <a:pPr/>
            <a:r>
              <a:rPr lang="ko-KR"/>
              <a:t>전력 소비량은 15분 간격으로 측정됨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네트워크 및 접근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/>
              <a:t>BMS 서버: 192.168.1.100 (VLAN 20)</a:t>
            </a:r>
          </a:p>
          <a:p>
            <a:pPr/>
            <a:r>
              <a:rPr lang="ko-KR"/>
              <a:t>웹 대시보드: https://bms.example.com/dashboard</a:t>
            </a:r>
          </a:p>
          <a:p>
            <a:pPr/>
            <a:r>
              <a:rPr lang="ko-KR"/>
              <a:t>지원: support@example.com</a:t>
            </a:r>
          </a:p>
          <a:p>
            <a:pPr/>
            <a:r>
              <a:rPr lang="ko-KR"/>
              <a:t>구성 파일: C:\Program Files\BMS\config\points.json</a:t>
            </a:r>
          </a:p>
          <a:p>
            <a:pPr/>
            <a:r>
              <a:rPr lang="ko-KR"/>
              <a:t>HTTPS를 통한 REST API; 데이터는 JSON 형식, 구식 내보내기 파일은 XML 및 SQL 형식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운영 및 유지보수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/>
              <a:t>차iller 경고가 발생할 경우, 시스템은 자동으로 유지보수 팀에게 이메일로 알림을 보내고 작업 명령을 생성하며, 경고가 30분 이내에 확인되지 않으면 시설 관리자에게 상향 처리됩니다.</a:t>
            </a:r>
          </a:p>
          <a:p>
            <a:pPr/>
            <a:r>
              <a:rPr lang="ko-KR"/>
              <a:t>AHU 필터의 예약된 유지보수는 매 3개월마다 수행됩니다.</a:t>
            </a:r>
          </a:p>
          <a:p>
            <a:pPr/>
            <a:r>
              <a:rPr lang="ko-KR"/>
              <a:t>PLC 및 SCADA 시스템은 마이그레이션 기간 동안 계속 운영됩니다.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빌딩 자동화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/>
              <a:t>1단계 (2026년 2분기): 빌딩 자동화 시스템 업그레이드</a:t>
            </a:r>
          </a:p>
          <a:p>
            <a:pPr/>
            <a:r>
              <a:rPr lang="ko-KR"/>
              <a:t>2단계 (2026년 4분기): IoT 센서 및 엣지 장치</a:t>
            </a:r>
          </a:p>
          <a:p>
            <a:pPr/>
            <a:r>
              <a:rPr lang="ko-KR"/>
              <a:t>3단계 (2027년): AI 기반 고장 감지 및 진단(FDD)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