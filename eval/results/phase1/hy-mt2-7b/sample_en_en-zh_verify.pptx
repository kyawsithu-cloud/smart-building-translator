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楼宇管理系统可从2000多个监测点采集数据，并在5秒内将报警信息发送给操作人员。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仅当空间使用率低于30%且室外气温高于32 °C时，才会启用节能控制功能。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zh-CN"/>
              <a:t>智能建筑平台概览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zh-CN"/>
              <a:t>建筑管理系统（BMS）集成方案 — 2026年3月15日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楼宇管理系统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zh-CN"/>
              <a:t>楼宇管理系统</a:t>
            </a:r>
            <a:r>
              <a:rPr lang="zh-CN"/>
              <a:t>用于监控并控制HVAC设备。</a:t>
            </a:r>
          </a:p>
          <a:p>
            <a:pPr lvl="1"/>
            <a:r>
              <a:rPr lang="zh-CN"/>
              <a:t>（AHU）与（FCU）的控制功能</a:t>
            </a:r>
          </a:p>
          <a:p>
            <a:pPr lvl="1"/>
            <a:r>
              <a:rPr lang="zh-CN"/>
              <a:t>变风量（VAV）末端控制</a:t>
            </a:r>
          </a:p>
          <a:p>
            <a:pPr/>
            <a:r>
              <a:rPr lang="zh-CN"/>
              <a:t>全天候监控</a:t>
            </a:r>
            <a:r>
              <a:rPr b="1" lang="zh-CN">
                <a:solidFill>
                  <a:srgbClr val="C01F1F"/>
                </a:solidFill>
              </a:rPr>
              <a:t>报警</a:t>
            </a:r>
            <a:r>
              <a:rPr lang="zh-CN"/>
              <a:t>状态以及</a:t>
            </a:r>
            <a:r>
              <a:rPr i="1" lang="zh-CN"/>
              <a:t>设备状态</a:t>
            </a:r>
            <a:r>
              <a:rPr lang="zh-CN"/>
              <a:t>。</a:t>
            </a:r>
          </a:p>
          <a:p>
            <a:pPr/>
            <a:r>
              <a:rPr lang="zh-CN"/>
              <a:t>用于能耗分析的能源管理系统（EMS）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传感器与现场设备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/>
              <a:t>人体存在传感器</a:t>
            </a:r>
          </a:p>
          <a:p>
            <a:pPr/>
            <a:r>
              <a:rPr lang="zh-CN"/>
              <a:t>CO2传感器（0–2,000 ppm）</a:t>
            </a:r>
          </a:p>
          <a:p>
            <a:pPr/>
            <a:r>
              <a:rPr lang="zh-CN"/>
              <a:t>温度传感器：精度为±0.2 °C</a:t>
            </a:r>
          </a:p>
          <a:p>
            <a:pPr/>
            <a:r>
              <a:rPr lang="zh-CN"/>
              <a:t>湿度：30–70 %RH</a:t>
            </a:r>
          </a:p>
          <a:p>
            <a:pPr/>
            <a:r>
              <a:rPr lang="zh-CN"/>
              <a:t>型号为</a:t>
            </a:r>
            <a:r>
              <a:rPr b="1" lang="zh-CN"/>
              <a:t>FX-PCG2611-0</a:t>
            </a:r>
            <a:r>
              <a:rPr lang="zh-CN"/>
              <a:t>的控制器，固件版本为v3.2.1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系统架构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zh-CN"/>
                <a:t>边缘设备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zh-CN"/>
                <a:t>网关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zh-CN"/>
                <a:t>云平台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zh-CN"/>
                <a:t>控制面板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zh-CN"/>
              <a:t>现场控制器通过BACnet/IP和Modbus TCP进行通信；网关则通过TLS协议（端口8883）利用MQTT将遥测数据发布至云平台。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协议对比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zh-CN"/>
                        <a:t>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传输层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典型应用场景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默认端口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HVAC控制器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电能表、冷水机组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面向云端的IoT遥测传输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双绞线/IP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照明与百叶窗控制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能源效率与需求响应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/>
              <a:t>2025年夏季的峰值负荷降低了18%</a:t>
            </a:r>
          </a:p>
          <a:p>
            <a:pPr/>
            <a:r>
              <a:rPr lang="zh-CN"/>
              <a:t>能源消耗：从每年1,250兆瓦时降至每年1,020兆瓦时</a:t>
            </a:r>
          </a:p>
          <a:p>
            <a:pPr/>
            <a:r>
              <a:rPr lang="zh-CN"/>
              <a:t>通过</a:t>
            </a:r>
            <a:r>
              <a:rPr b="1" lang="zh-CN">
                <a:solidFill>
                  <a:srgbClr val="1F4E9A"/>
                </a:solidFill>
              </a:rPr>
              <a:t>OpenADR 2.0b</a:t>
            </a:r>
            <a:r>
              <a:rPr lang="zh-CN"/>
              <a:t>从电力公司接收到的</a:t>
            </a:r>
            <a:r>
              <a:rPr b="1" lang="zh-CN"/>
              <a:t>需求响应</a:t>
            </a:r>
            <a:r>
              <a:rPr lang="zh-CN"/>
              <a:t>信号。</a:t>
            </a:r>
          </a:p>
          <a:p>
            <a:pPr/>
            <a:r>
              <a:rPr lang="zh-CN"/>
              <a:t>设定值调整：在高峰时段，制冷设定值从24 °C上调至26 °C</a:t>
            </a:r>
          </a:p>
          <a:p>
            <a:pPr/>
            <a:r>
              <a:rPr lang="zh-CN"/>
              <a:t>能源消耗数据每15分钟采集一次。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网络与访问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/>
              <a:t>BMS服务器：192.168.1.100（VLAN 20）</a:t>
            </a:r>
          </a:p>
          <a:p>
            <a:pPr/>
            <a:r>
              <a:rPr lang="zh-CN"/>
              <a:t>网页控制面板：https://bms.example.com/dashboard</a:t>
            </a:r>
          </a:p>
          <a:p>
            <a:pPr/>
            <a:r>
              <a:rPr lang="zh-CN"/>
              <a:t>支持邮箱：support@example.com</a:t>
            </a:r>
          </a:p>
          <a:p>
            <a:pPr/>
            <a:r>
              <a:rPr lang="zh-CN"/>
              <a:t>配置文件：C:\Program Files\BMS\config\points.json</a:t>
            </a:r>
          </a:p>
          <a:p>
            <a:pPr/>
            <a:r>
              <a:rPr lang="zh-CN"/>
              <a:t>通过HTTPS传输的REST API，数据载荷为JSON格式，而旧版导出数据则采用XML和SQL格式。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运行与维护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/>
              <a:t>当制冷机出现报警时，系统会通过电子邮件自动通知维护团队并生成工单；如果30分钟内仍未得到处理回复，该报警将会上报给设施经理。</a:t>
            </a:r>
          </a:p>
          <a:p>
            <a:pPr/>
            <a:r>
              <a:rPr lang="zh-CN"/>
              <a:t>AHU过滤器的定期维护工作每3个月进行一次。</a:t>
            </a:r>
          </a:p>
          <a:p>
            <a:pPr/>
            <a:r>
              <a:rPr lang="zh-CN"/>
              <a:t>在迁移期间，PLC和SCADA系统仍会持续运行。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建筑自动化发展路线图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/>
              <a:t>第一阶段（2026年第二季度）：建筑自动化系统升级</a:t>
            </a:r>
          </a:p>
          <a:p>
            <a:pPr/>
            <a:r>
              <a:rPr lang="zh-CN"/>
              <a:t>第二阶段（2026年第四季度）：IoT传感器与边缘设备</a:t>
            </a:r>
          </a:p>
          <a:p>
            <a:pPr/>
            <a:r>
              <a:rPr lang="zh-CN"/>
              <a:t>第三阶段（2027年）：基于AI的故障检测与诊断技术（FDD）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