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my-MM"/>
              <a:t>အဆောက်အအုံ စီမံခန့်ခွဲမှုစနစ် သည် အမှတ်အသား ၂,၀၀၀ ကျော်မှ ဒေတာများကို စုဆောင်းပြီး၊ ၅ စက္ကန့်အတွင်း လုပ်ငန်းလည်ပတ်သူထံသို့ သတိပေးချက်များကို ပေးပို့ပါသည်။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my-MM"/>
              <a:t>အဆောက်အအုံတွင် လူနေထိုင်မှုနှုန်းသည် ၃၀ ရာခိုင်နှုန်းအောက်ရှိပြီး အပြင်ဘက်လေအပူချိန်သည် ၃၂ °C အထက်ရှိမှသာ စွမ်းအင်ခြွေတာရေး ထိန်းချုပ်မှုကို အသုံးပြုနိုင်ပါသည်။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my-MM"/>
              <a:t>ဉာဏ်ရည်မြင့် အဆောက်အအုံ ပလက်ဖောင်း၏ အကျဉ်းချုပ်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my-MM"/>
              <a:t> (BMS) နှင့် ပေါင်းစည်းခြင်းဆိုင်ရာ အဆိုပြုချက် — ၂၀၂၆ ခုနှစ်၊ မတ်လ ၁၅ ရက်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/>
              <a:t>အဆောက်အအုံ စီမံခန့်ခွဲမှုစနစ်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lang="my-MM"/>
              <a:t>အဆောက်အအုံ စီမံခန့်ခွဲမှုစနစ်</a:t>
            </a:r>
            <a:r>
              <a:rPr lang="my-MM"/>
              <a:t> သည် HVAC စက်ပစ္စည်းများကို စောင့်ကြည့်ခြင်းနှင့် ထိန်းချုပ်ခြင်းများ ပြုလုပ်ပါသည်။</a:t>
            </a:r>
          </a:p>
          <a:p>
            <a:pPr lvl="1"/>
            <a:r>
              <a:rPr lang="my-MM"/>
              <a:t>Air Handling Unit (AHU) နှင့် Fan Coil Unit (FCU) တို့ကို ထိန်းချုပ်ခြင်း</a:t>
            </a:r>
          </a:p>
          <a:p>
            <a:pPr lvl="1"/>
            <a:r>
              <a:rPr lang="my-MM"/>
              <a:t>Variable Air Volume (VAV) တာမီနယ် ထိန်းချုပ်မှု</a:t>
            </a:r>
          </a:p>
          <a:p>
            <a:pPr/>
            <a:r>
              <a:rPr b="1" lang="my-MM">
                <a:solidFill>
                  <a:srgbClr val="C01F1F"/>
                </a:solidFill>
              </a:rPr>
              <a:t>သတိပေးချက်</a:t>
            </a:r>
            <a:r>
              <a:rPr lang="my-MM"/>
              <a:t> နှင့် </a:t>
            </a:r>
            <a:r>
              <a:rPr i="1" lang="my-MM"/>
              <a:t>စက်ပစ္စည်း၏ အခြေအနေ</a:t>
            </a:r>
            <a:r>
              <a:rPr lang="my-MM"/>
              <a:t> တို့ကို ၂၄ နာရီ ၇ ရက် စောင့်ကြည့်ခြင်း</a:t>
            </a:r>
          </a:p>
          <a:p>
            <a:pPr/>
            <a:r>
              <a:rPr lang="my-MM"/>
              <a:t>စွမ်းအင် သုံးစွဲမှုကို ခွဲခြမ်းစိတ်ဖြာရန်အတွက် (EMS)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 sz="3520"/>
              <a:t>အာရုံခံကိရိယာများနှင့် ကွင်းဆင်းကိရိယာများ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my-MM"/>
              <a:t>လူရှိနေမှု အာရုံခံကိရိယာ</a:t>
            </a:r>
          </a:p>
          <a:p>
            <a:pPr/>
            <a:r>
              <a:rPr lang="my-MM"/>
              <a:t>CO2 အာရုံခံကိရိယာ (0–2,000 ppm)</a:t>
            </a:r>
          </a:p>
          <a:p>
            <a:pPr/>
            <a:r>
              <a:rPr lang="my-MM"/>
              <a:t>အပူချိန် အာရုံခံကိရိယာ: ±0.2 °C တိကျမှု</a:t>
            </a:r>
          </a:p>
          <a:p>
            <a:pPr/>
            <a:r>
              <a:rPr lang="my-MM"/>
              <a:t>စိုထိုင်းဆ: 30–70 %RH</a:t>
            </a:r>
          </a:p>
          <a:p>
            <a:pPr/>
            <a:r>
              <a:rPr b="1" lang="my-MM"/>
              <a:t>FX-PCG2611-0</a:t>
            </a:r>
            <a:r>
              <a:rPr lang="my-MM"/>
              <a:t> မော်ဒယ် ထိန်းချုပ်ကိရိယာ၊ firmware 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/>
              <a:t>စနစ် ဗိသုကာပုံစံ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my-MM"/>
                <a:t>Edge device =&gt; အနားသတ် ကိရိယာ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my-MM"/>
                <a:t>Gateway =&gt; Gateway =&gt; ဂိတ်ဝ ကိရိယာ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my-MM"/>
                <a:t>Cloud platform =&gt; ကလောက်ဒ် ပလက်ဖောင်း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my-MM"/>
                <a:t>ထိန်းချုပ်ခန်း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my-MM"/>
              <a:t>လယ်ကွင်းထိန်းချုပ်ကိရိယာများသည် BACnet/IP နှင့် Modbus TCP တို့မှတစ်ဆင့် အချင်းချင်း ဆက်သွယ်ကြပါသည်။ ဂိတ်ဝ ကိရိယာသည် TLS (port 8883) မှတစ်ဆင့် MQTT ကို အသုံးပြု၍ ရရှိလာသော ဒေတာများကို ကလောက်ဒ် ပလက်ဖောင်းထံသို့ ပေးပို့ပါသည်။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/>
              <a:t>ပရိုတိုကော နှိုင်းယှဉ်ချက်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my-MM"/>
                        <a:t>ပရိုတိုကော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သယ်ယူပို့ဆောင်ရေး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ပုံမှန်အသုံးပြုမှု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ပုံမှန် ပေါ့တ်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my-MM"/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HVAC ထိန်းချုပ်ကိရိယာများ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my-MM"/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စွမ်းအားတိုင်းကိရိယာများ၊ အအေးပေးစက်များ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my-MM"/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cloud သို့ IoT telemetry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my-MM"/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Twisted pair =&gt; ကြိုးနှစ်ခွ  </a:t>
                      </a:r>
                      <a:br>
                        <a:rPr lang="my-MM"/>
                      </a:br>
                      <a:r>
                        <a:rPr lang="my-MM"/>
                        <a:t>IP =&gt;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မီးထွန်းခြင်းနှင့် လိုက်ကာများ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y-MM"/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/>
              <a:t>စွမ်းအင် ထိရောက်စွာ အသုံးချခြင်းနှင့် ဝယ်လိုအားဆိုင်ရာ တုံ့ပြန်မှု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my-MM" sz="2880"/>
              <a:t>၂၀၂၅ ခုနှစ် နွေရာသီတွင် အမြင့်ဆုံး ဝယ်လိုအားသည် ၁၈% လျော့ကျခဲ့သည်။</a:t>
            </a:r>
          </a:p>
          <a:p>
            <a:pPr/>
            <a:r>
              <a:rPr lang="my-MM" sz="2880"/>
              <a:t>စွမ်းအင် သုံးစွဲမှု - ၁,၂၅၀ MWh/နှစ် → ၁,၀၂၀ MWh/နှစ်</a:t>
            </a:r>
          </a:p>
          <a:p>
            <a:pPr/>
            <a:r>
              <a:rPr b="1" lang="my-MM" sz="2880"/>
              <a:t>ဝယ်လိုအားဆိုင်ရာ တုံ့ပြန်မှု</a:t>
            </a:r>
            <a:r>
              <a:rPr lang="my-MM" sz="2880"/>
              <a:t> ဆိုင်ရာ အချက်ပြမှုများကို </a:t>
            </a:r>
            <a:r>
              <a:rPr b="1" lang="my-MM" sz="2880">
                <a:solidFill>
                  <a:srgbClr val="1F4E9A"/>
                </a:solidFill>
              </a:rPr>
              <a:t>OpenADR 2.0b</a:t>
            </a:r>
            <a:r>
              <a:rPr lang="my-MM" sz="2880"/>
              <a:t> မှတစ်ဆင့် လျှပ်စစ်ဝန်ဆောင်မှုကုမ္ပဏီထံမှ လက်ခံရရှိပါသည်။</a:t>
            </a:r>
          </a:p>
          <a:p>
            <a:pPr/>
            <a:r>
              <a:rPr lang="my-MM" sz="2880"/>
              <a:t>Setpoint ချိန်ညှိမှု - အမြင့်ဆုံး ဝယ်လိုအားရှိသည့် အချိန်များတွင် အအေးပေးစနစ်၏ Setpoint ကို ၂၄ °C မှ ၂၆ °C သို့ မြှင့်တင်ခဲ့ပါသည်။</a:t>
            </a:r>
          </a:p>
          <a:p>
            <a:pPr/>
            <a:r>
              <a:rPr lang="my-MM" sz="2880"/>
              <a:t>စွမ်းအင် သုံးစွဲမှုကို ၁၅ မိနစ်တစ်ကြိမ် တိုင်းတာပါသည်။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/>
              <a:t>ကွန်ရက်နှင့် ဝင်ရောက်ခွင့်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880"/>
              <a:t>BMS server: 192.168.1.100 (VLAN 20)</a:t>
            </a:r>
          </a:p>
          <a:p>
            <a:pPr/>
            <a:r>
              <a:rPr lang="my-MM" sz="2880"/>
              <a:t>Web dashboard: https://bms.example.com/dashboard =&gt; ဝဘ် dashboard: https://bms.example.com/dashboard</a:t>
            </a:r>
          </a:p>
          <a:p>
            <a:pPr/>
            <a:r>
              <a:rPr lang="my-MM" sz="2880"/>
              <a:t>ပံ့ပိုးမှု: support@example.com</a:t>
            </a:r>
          </a:p>
          <a:p>
            <a:pPr/>
            <a:r>
              <a:rPr sz="2880"/>
              <a:t>Configuration file: C:\Program Files\BMS\config\points.json</a:t>
            </a:r>
          </a:p>
          <a:p>
            <a:pPr/>
            <a:r>
              <a:rPr lang="my-MM" sz="2880"/>
              <a:t>HTTPS မှတစ်ဆင့် REST API၊ JSON ဖိုင်ပုံစံဖြင့် ဒေတာများ၊ XML နှင့် SQL ဖိုင်ပုံစံဖြင့် ယခင်ဗားရှင်း ထုတ်ယူမှုများ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 sz="3520"/>
              <a:t>လုပ်ငန်းလည်ပတ်မှုနှင့် ထိန်းသိမ်းစောင့်ရှောက်မှု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my-MM" sz="2720"/>
              <a:t>Chiller အချက်ပြမှု ဖြစ်ပေါ်လာပါက၊ စနစ်သည် ထိန်းသိမ်းစောင့်ရှောက်ရေးအဖွဲ့ထံ အီးမေးလ်ဖြင့် အလိုအလျောက် အကြောင်းကြားပြီး လုပ်ငန်းတာဝန်စာရွက်ကို ဖန်တီးပေးပါသည်။ အကယ်၍ ၃၀ မိနစ်အတွင်း ထိုအချက်ပြမှုကို တုံ့ပြန်ခြင်းမရှိပါက၊ ၎င်းကို အဆောက်အအုံစီမံခန့်ခွဲသူထံသို့ တင်ပြပေးပါသည်။</a:t>
            </a:r>
          </a:p>
          <a:p>
            <a:pPr/>
            <a:r>
              <a:rPr lang="my-MM" sz="2720"/>
              <a:t>AHU ၏ စစ်ထုတ်ကိရိယာများအတွက် သတ်မှတ်ထားသော ထိန်းသိမ်းစောင့်ရှောက်မှုကို ၃ လတစ်ကြိမ် ပြုလုပ်ပါသည်။</a:t>
            </a:r>
          </a:p>
          <a:p>
            <a:pPr/>
            <a:r>
              <a:rPr lang="my-MM" sz="2720"/>
              <a:t>ပြောင်းရွှေ့မှုကာလအတွင်း PLC နှင့် SCADA စနစ်များသည် ဆက်လက်၍ အသုံးပြုနေမည်ဖြစ်ပါသည်။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my-MM" sz="3520"/>
              <a:t>အဆောက်အအုံ အလိုအလျောက် ထိန်းချုပ်မှု လမ်းညွှန်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my-MM"/>
              <a:t>အဆင့် ၁ (၂၀၂၆ ခုနှစ်၊ ဒုတိယသုံးလပတ်) – အဆောက်အအုံ အလိုအလျောက် ထိန်းချုပ်မှု စနစ် အဆင့်မြှင့်တင်ခြင်း</a:t>
            </a:r>
          </a:p>
          <a:p>
            <a:pPr/>
            <a:r>
              <a:rPr lang="my-MM"/>
              <a:t>အဆင့် ၂ (၂၀၂၆ ခုနှစ်၊ စတုတ္ထသုံးလပတ်) – IoT အာရုံခံကိရိယာများနှင့် edge devices</a:t>
            </a:r>
          </a:p>
          <a:p>
            <a:pPr/>
            <a:r>
              <a:rPr lang="my-MM"/>
              <a:t>အဆင့် ၃ (၂၀၂၇) – AI အခြေခံ ချို့ယွင်းချက် ရှာဖွေခြင်းနှင့် ရောဂါရှာဖွေစစ်ဆေးခြင်း (FDD)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