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/>
              <a:t>빌딩 관리 시스템은 2,000개가 넘는 센서에서 데이터를 수집하고, 5초 이내에 운영자에게 알람을 전송합니다.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/>
              <a:t>에너지 절약 제어는 입주율이 30% 미만이고 외기 온도가 32°C를 초과할 때에만 활성화됩니다.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ko-KR"/>
              <a:t>스마트 빌딩 플랫폼 개요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ko-KR"/>
              <a:t>빌딩 관리 시스템(BMS) 통합 제안서 — 2026년 3월 15일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빌딩 관리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ko-KR"/>
              <a:t>빌딩 관리 시스템</a:t>
            </a:r>
            <a:r>
              <a:rPr lang="ko-KR"/>
              <a:t>은 HVAC 장비를 모니터링하고 제어합니다.</a:t>
            </a:r>
          </a:p>
          <a:p>
            <a:pPr lvl="1"/>
            <a:r>
              <a:rPr lang="ko-KR"/>
              <a:t>공기 처리 장치(AHU)와 팬 코일 장치(FCU) 제어</a:t>
            </a:r>
          </a:p>
          <a:p>
            <a:pPr lvl="1"/>
            <a:r>
              <a:rPr lang="ko-KR"/>
              <a:t>변동 공기량(VAV) 터미널 제어</a:t>
            </a:r>
          </a:p>
          <a:p>
            <a:pPr/>
            <a:r>
              <a:rPr b="1" lang="ko-KR">
                <a:solidFill>
                  <a:srgbClr val="C01F1F"/>
                </a:solidFill>
              </a:rPr>
              <a:t>알람</a:t>
            </a:r>
            <a:r>
              <a:rPr lang="ko-KR"/>
              <a:t>과 </a:t>
            </a:r>
            <a:r>
              <a:rPr i="1" lang="ko-KR"/>
              <a:t>장비 상태</a:t>
            </a:r>
            <a:r>
              <a:rPr lang="ko-KR"/>
              <a:t>를 24시간 365일 모니터링합니다.</a:t>
            </a:r>
          </a:p>
          <a:p>
            <a:pPr/>
            <a:r>
              <a:rPr lang="ko-KR"/>
              <a:t>에너지 소비 분석을 위한 에너지 관리 시스템(EMS)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센서 및 필드 장치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인원 감지 센서</a:t>
            </a:r>
          </a:p>
          <a:p>
            <a:pPr/>
            <a:r>
              <a:rPr lang="ko-KR"/>
              <a:t>CO2 센서 (0–2,000 ppm)</a:t>
            </a:r>
          </a:p>
          <a:p>
            <a:pPr/>
            <a:r>
              <a:rPr lang="ko-KR"/>
              <a:t>온도 센서: 정확도 ±0.2 °C</a:t>
            </a:r>
          </a:p>
          <a:p>
            <a:pPr/>
            <a:r>
              <a:rPr lang="ko-KR"/>
              <a:t>습도: 30–70 %RH</a:t>
            </a:r>
          </a:p>
          <a:p>
            <a:pPr/>
            <a:r>
              <a:rPr lang="ko-KR"/>
              <a:t>모델 </a:t>
            </a:r>
            <a:r>
              <a:rPr b="1" lang="ko-KR"/>
              <a:t>FX-PCG2611-0</a:t>
            </a:r>
            <a:r>
              <a:rPr lang="ko-KR"/>
              <a:t> 컨트롤러, 펌웨어 버전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시스템 아키텍처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/>
                <a:t>엣지 디바이스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/>
                <a:t>게이트웨이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/>
                <a:t>클라우드 플랫폼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ko-KR"/>
                <a:t>대시보드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ko-KR"/>
              <a:t>필드 컨트롤러들은 BACnet/IP 및 Modbus TCP를 통해 통신하며, 게이트웨이는 TLS(포트 8883)를 통한 MQTT를 이용해 원격 측정 데이터를 클라우드 플랫폼에 전송합니다.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프로토콜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프로토콜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전송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일반적인 사용 사례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기본 포트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HVAC 제어기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전력 계량기, 냉각기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클라우드로의 IoT 원격 측정 데이터 전송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ko-KR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쌍绞선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조명 및 블라인드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에너지 효율성과 수요 반응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2025년 여름 최고 부하가 18% 감소했습니다.</a:t>
            </a:r>
          </a:p>
          <a:p>
            <a:pPr/>
            <a:r>
              <a:rPr lang="ko-KR"/>
              <a:t>에너지 소비량: 연간 1,250 MWh → 연간 1,020 MWh</a:t>
            </a:r>
          </a:p>
          <a:p>
            <a:pPr/>
            <a:r>
              <a:rPr b="1" lang="ko-KR"/>
              <a:t>수요 반응</a:t>
            </a:r>
            <a:r>
              <a:rPr lang="ko-KR"/>
              <a:t> 신호는 </a:t>
            </a:r>
            <a:r>
              <a:rPr b="1" lang="ko-KR">
                <a:solidFill>
                  <a:srgbClr val="1F4E9A"/>
                </a:solidFill>
              </a:rPr>
              <a:t>OpenADR 2.0b</a:t>
            </a:r>
            <a:r>
              <a:rPr lang="ko-KR"/>
              <a:t>를 통해 공급사로부터 수신됩니다.</a:t>
            </a:r>
          </a:p>
          <a:p>
            <a:pPr/>
            <a:r>
              <a:rPr lang="ko-KR"/>
              <a:t>설정점 조정: 피크 시간대에 냉각 설정점이 24°C에서 26°C로 상향 조정되었습니다.</a:t>
            </a:r>
          </a:p>
          <a:p>
            <a:pPr/>
            <a:r>
              <a:rPr lang="ko-KR"/>
              <a:t>에너지 소비량은 15분마다 측정됩니다.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네트워크 및 접근성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BMS 서버: 192.168.1.100 (VLAN 20)</a:t>
            </a:r>
          </a:p>
          <a:p>
            <a:pPr/>
            <a:r>
              <a:rPr lang="ko-KR"/>
              <a:t>웹 대시보드: https://bms.example.com/dashboard</a:t>
            </a:r>
          </a:p>
          <a:p>
            <a:pPr/>
            <a:r>
              <a:rPr lang="ko-KR"/>
              <a:t>지원 문의: support@example.com</a:t>
            </a:r>
          </a:p>
          <a:p>
            <a:pPr/>
            <a:r>
              <a:rPr lang="ko-KR"/>
              <a:t>구성 파일: C:\Program Files\BMS\config\points.json</a:t>
            </a:r>
          </a:p>
          <a:p>
            <a:pPr/>
            <a:r>
              <a:rPr lang="ko-KR"/>
              <a:t>HTTPS를 통한 REST API; 데이터는 JSON 형식이며, 기존 방식의 데이터 내보내기는 XML 및 SQL 형식입니다.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운영 및 유지보수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냉각기 알람이 발생하면 시스템은 자동으로 이메일을 통해 유지보수 팀에 알리고 작업 주문서를 생성하며, 30분 이내에 알람에 대한 확인이 이루어지지 않으면 시설 관리자에게 상황이 전달됩니다.</a:t>
            </a:r>
          </a:p>
          <a:p>
            <a:pPr/>
            <a:r>
              <a:rPr lang="ko-KR"/>
              <a:t>AHU 필터의 정기 점검은 3개월마다 수행됩니다.</a:t>
            </a:r>
          </a:p>
          <a:p>
            <a:pPr/>
            <a:r>
              <a:rPr lang="ko-KR"/>
              <a:t>마이그레이션 기간 동안 PLC와 SCADA 시스템은 계속해서 가동됩니다.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ko-KR"/>
              <a:t>빌딩 자동화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/>
              <a:t>1단계(2026년 2분기): 빌딩 자동화 시스템 업그레이드</a:t>
            </a:r>
          </a:p>
          <a:p>
            <a:pPr/>
            <a:r>
              <a:rPr lang="ko-KR"/>
              <a:t>2단계(2026년 4분기): IoT 센서 및 엣지 디바이스</a:t>
            </a:r>
          </a:p>
          <a:p>
            <a:pPr/>
            <a:r>
              <a:rPr lang="ko-KR"/>
              <a:t>3단계(2027년): AI 기반 고장 감지 및 진단(FDD)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